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43C692-C329-4E31-B0A0-13E625B0767E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C4E15BE-7DC3-4382-8734-E5A97DEB73AD}">
      <dgm:prSet/>
      <dgm:spPr/>
      <dgm:t>
        <a:bodyPr/>
        <a:lstStyle/>
        <a:p>
          <a:r>
            <a:rPr lang="en-US" b="1"/>
            <a:t>Vision &amp; Purpose</a:t>
          </a:r>
          <a:endParaRPr lang="en-US"/>
        </a:p>
      </dgm:t>
    </dgm:pt>
    <dgm:pt modelId="{A83C719E-48DF-4B20-AD34-F951B0114C70}" type="parTrans" cxnId="{F0DCE3C0-BC72-4153-B7DF-731C04B8456C}">
      <dgm:prSet/>
      <dgm:spPr/>
      <dgm:t>
        <a:bodyPr/>
        <a:lstStyle/>
        <a:p>
          <a:endParaRPr lang="en-US"/>
        </a:p>
      </dgm:t>
    </dgm:pt>
    <dgm:pt modelId="{F6E8E9D7-7CB6-4BD7-A161-1CFC26134E30}" type="sibTrans" cxnId="{F0DCE3C0-BC72-4153-B7DF-731C04B8456C}">
      <dgm:prSet/>
      <dgm:spPr/>
      <dgm:t>
        <a:bodyPr/>
        <a:lstStyle/>
        <a:p>
          <a:endParaRPr lang="en-US"/>
        </a:p>
      </dgm:t>
    </dgm:pt>
    <dgm:pt modelId="{175F2429-02F1-4595-BB30-AB0FA715F506}">
      <dgm:prSet/>
      <dgm:spPr/>
      <dgm:t>
        <a:bodyPr/>
        <a:lstStyle/>
        <a:p>
          <a:r>
            <a:rPr lang="en-US" b="1"/>
            <a:t>Problem Statement:</a:t>
          </a:r>
          <a:endParaRPr lang="en-US"/>
        </a:p>
      </dgm:t>
    </dgm:pt>
    <dgm:pt modelId="{02F98197-024A-437F-98AB-6FB3CC987815}" type="parTrans" cxnId="{59488DEA-73E3-40A0-B553-588BBB1DE95E}">
      <dgm:prSet/>
      <dgm:spPr/>
      <dgm:t>
        <a:bodyPr/>
        <a:lstStyle/>
        <a:p>
          <a:endParaRPr lang="en-US"/>
        </a:p>
      </dgm:t>
    </dgm:pt>
    <dgm:pt modelId="{4BC72EA5-09C4-41C7-BEC7-92EA17AEF7F0}" type="sibTrans" cxnId="{59488DEA-73E3-40A0-B553-588BBB1DE95E}">
      <dgm:prSet/>
      <dgm:spPr/>
      <dgm:t>
        <a:bodyPr/>
        <a:lstStyle/>
        <a:p>
          <a:endParaRPr lang="en-US"/>
        </a:p>
      </dgm:t>
    </dgm:pt>
    <dgm:pt modelId="{DBA60715-3B51-4A9B-8F14-DAFBAFFA0AC4}">
      <dgm:prSet/>
      <dgm:spPr/>
      <dgm:t>
        <a:bodyPr/>
        <a:lstStyle/>
        <a:p>
          <a:r>
            <a:rPr lang="en-US"/>
            <a:t>Lack of integrated lifestyle product platforms</a:t>
          </a:r>
        </a:p>
      </dgm:t>
    </dgm:pt>
    <dgm:pt modelId="{E74053F3-CA1D-422E-8C2E-E0A3C428D311}" type="parTrans" cxnId="{EB0B7393-14BA-4E46-BEFD-316D326E3B19}">
      <dgm:prSet/>
      <dgm:spPr/>
      <dgm:t>
        <a:bodyPr/>
        <a:lstStyle/>
        <a:p>
          <a:endParaRPr lang="en-US"/>
        </a:p>
      </dgm:t>
    </dgm:pt>
    <dgm:pt modelId="{8699B436-844B-4F13-8898-75CEB1B68559}" type="sibTrans" cxnId="{EB0B7393-14BA-4E46-BEFD-316D326E3B19}">
      <dgm:prSet/>
      <dgm:spPr/>
      <dgm:t>
        <a:bodyPr/>
        <a:lstStyle/>
        <a:p>
          <a:endParaRPr lang="en-US"/>
        </a:p>
      </dgm:t>
    </dgm:pt>
    <dgm:pt modelId="{7E3591E8-19A1-40F6-A7FD-35BDF5DDCCB4}">
      <dgm:prSet/>
      <dgm:spPr/>
      <dgm:t>
        <a:bodyPr/>
        <a:lstStyle/>
        <a:p>
          <a:r>
            <a:rPr lang="en-US"/>
            <a:t>Complex checkout processes</a:t>
          </a:r>
        </a:p>
      </dgm:t>
    </dgm:pt>
    <dgm:pt modelId="{AA3A3416-7013-4A1B-A7A1-1DA7EB302034}" type="parTrans" cxnId="{5EC1201D-8D79-4893-B383-C46554B81F47}">
      <dgm:prSet/>
      <dgm:spPr/>
      <dgm:t>
        <a:bodyPr/>
        <a:lstStyle/>
        <a:p>
          <a:endParaRPr lang="en-US"/>
        </a:p>
      </dgm:t>
    </dgm:pt>
    <dgm:pt modelId="{1444DA9B-298B-4329-8736-039CFC8B0C9D}" type="sibTrans" cxnId="{5EC1201D-8D79-4893-B383-C46554B81F47}">
      <dgm:prSet/>
      <dgm:spPr/>
      <dgm:t>
        <a:bodyPr/>
        <a:lstStyle/>
        <a:p>
          <a:endParaRPr lang="en-US"/>
        </a:p>
      </dgm:t>
    </dgm:pt>
    <dgm:pt modelId="{9A15DAE5-6874-4CF4-9980-8D43FDC45D4C}">
      <dgm:prSet/>
      <dgm:spPr/>
      <dgm:t>
        <a:bodyPr/>
        <a:lstStyle/>
        <a:p>
          <a:r>
            <a:rPr lang="en-US"/>
            <a:t>Poor user experience in existing solutions</a:t>
          </a:r>
        </a:p>
      </dgm:t>
    </dgm:pt>
    <dgm:pt modelId="{2025B71C-6655-404E-BACA-DECA80405AB9}" type="parTrans" cxnId="{3FBAA4EE-0A11-49BA-9AA7-E516ABD10B4B}">
      <dgm:prSet/>
      <dgm:spPr/>
      <dgm:t>
        <a:bodyPr/>
        <a:lstStyle/>
        <a:p>
          <a:endParaRPr lang="en-US"/>
        </a:p>
      </dgm:t>
    </dgm:pt>
    <dgm:pt modelId="{BD7225A6-DE4E-4D81-ACEB-A45BD8AE8B4B}" type="sibTrans" cxnId="{3FBAA4EE-0A11-49BA-9AA7-E516ABD10B4B}">
      <dgm:prSet/>
      <dgm:spPr/>
      <dgm:t>
        <a:bodyPr/>
        <a:lstStyle/>
        <a:p>
          <a:endParaRPr lang="en-US"/>
        </a:p>
      </dgm:t>
    </dgm:pt>
    <dgm:pt modelId="{784AA86C-4244-4416-B077-FF070ACCAA3E}">
      <dgm:prSet/>
      <dgm:spPr/>
      <dgm:t>
        <a:bodyPr/>
        <a:lstStyle/>
        <a:p>
          <a:r>
            <a:rPr lang="en-US" b="1"/>
            <a:t>Our Solution:</a:t>
          </a:r>
          <a:endParaRPr lang="en-US"/>
        </a:p>
      </dgm:t>
    </dgm:pt>
    <dgm:pt modelId="{2426B71D-F113-4FF0-8C51-391772752547}" type="parTrans" cxnId="{979058BB-DF50-45F1-AB34-4799B2E7EAFB}">
      <dgm:prSet/>
      <dgm:spPr/>
      <dgm:t>
        <a:bodyPr/>
        <a:lstStyle/>
        <a:p>
          <a:endParaRPr lang="en-US"/>
        </a:p>
      </dgm:t>
    </dgm:pt>
    <dgm:pt modelId="{33B32290-93C1-455D-8361-F53A7686FD5A}" type="sibTrans" cxnId="{979058BB-DF50-45F1-AB34-4799B2E7EAFB}">
      <dgm:prSet/>
      <dgm:spPr/>
      <dgm:t>
        <a:bodyPr/>
        <a:lstStyle/>
        <a:p>
          <a:endParaRPr lang="en-US"/>
        </a:p>
      </dgm:t>
    </dgm:pt>
    <dgm:pt modelId="{5C8BBAE8-369E-4436-A6D3-3A3AAB79F116}">
      <dgm:prSet/>
      <dgm:spPr/>
      <dgm:t>
        <a:bodyPr/>
        <a:lstStyle/>
        <a:p>
          <a:r>
            <a:rPr lang="en-US"/>
            <a:t>Unified lifestyle product marketplace</a:t>
          </a:r>
        </a:p>
      </dgm:t>
    </dgm:pt>
    <dgm:pt modelId="{C6B1623A-1273-46FE-9691-6933A9A281DD}" type="parTrans" cxnId="{F8C9761E-7ECB-482D-85A3-E997853B8D2E}">
      <dgm:prSet/>
      <dgm:spPr/>
      <dgm:t>
        <a:bodyPr/>
        <a:lstStyle/>
        <a:p>
          <a:endParaRPr lang="en-US"/>
        </a:p>
      </dgm:t>
    </dgm:pt>
    <dgm:pt modelId="{225A1440-9F57-431F-A51D-BC4844A7C697}" type="sibTrans" cxnId="{F8C9761E-7ECB-482D-85A3-E997853B8D2E}">
      <dgm:prSet/>
      <dgm:spPr/>
      <dgm:t>
        <a:bodyPr/>
        <a:lstStyle/>
        <a:p>
          <a:endParaRPr lang="en-US"/>
        </a:p>
      </dgm:t>
    </dgm:pt>
    <dgm:pt modelId="{42AE3442-1933-478B-8153-08A878C7ABB8}">
      <dgm:prSet/>
      <dgm:spPr/>
      <dgm:t>
        <a:bodyPr/>
        <a:lstStyle/>
        <a:p>
          <a:r>
            <a:rPr lang="en-US"/>
            <a:t>Streamlined shopping experience</a:t>
          </a:r>
        </a:p>
      </dgm:t>
    </dgm:pt>
    <dgm:pt modelId="{249C5BF5-2968-48EB-998A-AC060181C5A2}" type="parTrans" cxnId="{7D799DE6-E279-4165-B610-9350D4AA4E5F}">
      <dgm:prSet/>
      <dgm:spPr/>
      <dgm:t>
        <a:bodyPr/>
        <a:lstStyle/>
        <a:p>
          <a:endParaRPr lang="en-US"/>
        </a:p>
      </dgm:t>
    </dgm:pt>
    <dgm:pt modelId="{5E1A76B5-A573-4703-A2D4-4F7E7FD54B1B}" type="sibTrans" cxnId="{7D799DE6-E279-4165-B610-9350D4AA4E5F}">
      <dgm:prSet/>
      <dgm:spPr/>
      <dgm:t>
        <a:bodyPr/>
        <a:lstStyle/>
        <a:p>
          <a:endParaRPr lang="en-US"/>
        </a:p>
      </dgm:t>
    </dgm:pt>
    <dgm:pt modelId="{0FF70D92-3E43-438A-AC3D-2A2A5D9AA574}">
      <dgm:prSet/>
      <dgm:spPr/>
      <dgm:t>
        <a:bodyPr/>
        <a:lstStyle/>
        <a:p>
          <a:r>
            <a:rPr lang="en-US"/>
            <a:t>Intuitive admin management system</a:t>
          </a:r>
        </a:p>
      </dgm:t>
    </dgm:pt>
    <dgm:pt modelId="{662B1EE1-DC88-4C5C-8924-E0B6FD7A12AA}" type="parTrans" cxnId="{DFCED0D7-127F-4CF4-A256-886408ED4746}">
      <dgm:prSet/>
      <dgm:spPr/>
      <dgm:t>
        <a:bodyPr/>
        <a:lstStyle/>
        <a:p>
          <a:endParaRPr lang="en-US"/>
        </a:p>
      </dgm:t>
    </dgm:pt>
    <dgm:pt modelId="{8F2A0490-2A45-4BE3-B7FE-CD6CD7E8CC0F}" type="sibTrans" cxnId="{DFCED0D7-127F-4CF4-A256-886408ED4746}">
      <dgm:prSet/>
      <dgm:spPr/>
      <dgm:t>
        <a:bodyPr/>
        <a:lstStyle/>
        <a:p>
          <a:endParaRPr lang="en-US"/>
        </a:p>
      </dgm:t>
    </dgm:pt>
    <dgm:pt modelId="{3BB10BCB-FA9C-4860-9AC1-56F1887160D2}">
      <dgm:prSet/>
      <dgm:spPr/>
      <dgm:t>
        <a:bodyPr/>
        <a:lstStyle/>
        <a:p>
          <a:r>
            <a:rPr lang="en-US" b="1"/>
            <a:t>Key Objectives:</a:t>
          </a:r>
          <a:endParaRPr lang="en-US"/>
        </a:p>
      </dgm:t>
    </dgm:pt>
    <dgm:pt modelId="{70E2CECF-64B2-4FC9-84BD-8622E754B82E}" type="parTrans" cxnId="{7D3E2B12-C222-46BF-9BC5-299664B5E582}">
      <dgm:prSet/>
      <dgm:spPr/>
      <dgm:t>
        <a:bodyPr/>
        <a:lstStyle/>
        <a:p>
          <a:endParaRPr lang="en-US"/>
        </a:p>
      </dgm:t>
    </dgm:pt>
    <dgm:pt modelId="{48CD4EBF-4A0C-4F16-9128-7B504A170FC1}" type="sibTrans" cxnId="{7D3E2B12-C222-46BF-9BC5-299664B5E582}">
      <dgm:prSet/>
      <dgm:spPr/>
      <dgm:t>
        <a:bodyPr/>
        <a:lstStyle/>
        <a:p>
          <a:endParaRPr lang="en-US"/>
        </a:p>
      </dgm:t>
    </dgm:pt>
    <dgm:pt modelId="{F6B1F4E3-999B-4407-ABEC-A1884B670E65}">
      <dgm:prSet/>
      <dgm:spPr/>
      <dgm:t>
        <a:bodyPr/>
        <a:lstStyle/>
        <a:p>
          <a:r>
            <a:rPr lang="en-US"/>
            <a:t>✓ User-friendly interface</a:t>
          </a:r>
        </a:p>
      </dgm:t>
    </dgm:pt>
    <dgm:pt modelId="{2A379939-DDF5-45FB-909A-885A6CE4AF07}" type="parTrans" cxnId="{4CC4BC19-D24F-4055-B00A-73736C004F3E}">
      <dgm:prSet/>
      <dgm:spPr/>
      <dgm:t>
        <a:bodyPr/>
        <a:lstStyle/>
        <a:p>
          <a:endParaRPr lang="en-US"/>
        </a:p>
      </dgm:t>
    </dgm:pt>
    <dgm:pt modelId="{1F733E6A-98F8-419D-9B5C-C19957B4B60A}" type="sibTrans" cxnId="{4CC4BC19-D24F-4055-B00A-73736C004F3E}">
      <dgm:prSet/>
      <dgm:spPr/>
      <dgm:t>
        <a:bodyPr/>
        <a:lstStyle/>
        <a:p>
          <a:endParaRPr lang="en-US"/>
        </a:p>
      </dgm:t>
    </dgm:pt>
    <dgm:pt modelId="{FB4E4456-07B5-4D71-ACDF-A557C079873B}">
      <dgm:prSet/>
      <dgm:spPr/>
      <dgm:t>
        <a:bodyPr/>
        <a:lstStyle/>
        <a:p>
          <a:r>
            <a:rPr lang="en-US"/>
            <a:t>✓ Secure authentication</a:t>
          </a:r>
        </a:p>
      </dgm:t>
    </dgm:pt>
    <dgm:pt modelId="{22AAF8FC-52AB-4241-A0E6-D584B50F44D6}" type="parTrans" cxnId="{3759DD05-A4E6-4F3C-94AF-08F146A3D2A8}">
      <dgm:prSet/>
      <dgm:spPr/>
      <dgm:t>
        <a:bodyPr/>
        <a:lstStyle/>
        <a:p>
          <a:endParaRPr lang="en-US"/>
        </a:p>
      </dgm:t>
    </dgm:pt>
    <dgm:pt modelId="{B8672AF3-5869-4076-86C6-E959DC08340F}" type="sibTrans" cxnId="{3759DD05-A4E6-4F3C-94AF-08F146A3D2A8}">
      <dgm:prSet/>
      <dgm:spPr/>
      <dgm:t>
        <a:bodyPr/>
        <a:lstStyle/>
        <a:p>
          <a:endParaRPr lang="en-US"/>
        </a:p>
      </dgm:t>
    </dgm:pt>
    <dgm:pt modelId="{C146E4E7-B168-4CAC-9C30-15664866B720}">
      <dgm:prSet/>
      <dgm:spPr/>
      <dgm:t>
        <a:bodyPr/>
        <a:lstStyle/>
        <a:p>
          <a:r>
            <a:rPr lang="en-US"/>
            <a:t>✓ Efficient product management</a:t>
          </a:r>
        </a:p>
      </dgm:t>
    </dgm:pt>
    <dgm:pt modelId="{00CADEEF-27EC-4F07-BC99-93E40CC19F06}" type="parTrans" cxnId="{9529DF44-0F77-4624-8B66-D4F03256552A}">
      <dgm:prSet/>
      <dgm:spPr/>
      <dgm:t>
        <a:bodyPr/>
        <a:lstStyle/>
        <a:p>
          <a:endParaRPr lang="en-US"/>
        </a:p>
      </dgm:t>
    </dgm:pt>
    <dgm:pt modelId="{E843D7C5-7A9D-49B2-8CF8-A562A9902661}" type="sibTrans" cxnId="{9529DF44-0F77-4624-8B66-D4F03256552A}">
      <dgm:prSet/>
      <dgm:spPr/>
      <dgm:t>
        <a:bodyPr/>
        <a:lstStyle/>
        <a:p>
          <a:endParaRPr lang="en-US"/>
        </a:p>
      </dgm:t>
    </dgm:pt>
    <dgm:pt modelId="{CD607FE4-1A77-48A7-836F-CB9FB0CEAA42}">
      <dgm:prSet/>
      <dgm:spPr/>
      <dgm:t>
        <a:bodyPr/>
        <a:lstStyle/>
        <a:p>
          <a:r>
            <a:rPr lang="en-US"/>
            <a:t>✓ Responsive design</a:t>
          </a:r>
        </a:p>
      </dgm:t>
    </dgm:pt>
    <dgm:pt modelId="{D2346AE0-5B9A-4A16-96BF-94CBE0013601}" type="parTrans" cxnId="{6AB68931-B5D5-44A0-9AA0-313B79C9AC96}">
      <dgm:prSet/>
      <dgm:spPr/>
      <dgm:t>
        <a:bodyPr/>
        <a:lstStyle/>
        <a:p>
          <a:endParaRPr lang="en-US"/>
        </a:p>
      </dgm:t>
    </dgm:pt>
    <dgm:pt modelId="{29A16311-4211-4651-99F7-25D1EADA5554}" type="sibTrans" cxnId="{6AB68931-B5D5-44A0-9AA0-313B79C9AC96}">
      <dgm:prSet/>
      <dgm:spPr/>
      <dgm:t>
        <a:bodyPr/>
        <a:lstStyle/>
        <a:p>
          <a:endParaRPr lang="en-US"/>
        </a:p>
      </dgm:t>
    </dgm:pt>
    <dgm:pt modelId="{0DF9D0D2-18D6-46BF-B57A-5CAD955DA4CC}" type="pres">
      <dgm:prSet presAssocID="{B243C692-C329-4E31-B0A0-13E625B0767E}" presName="diagram" presStyleCnt="0">
        <dgm:presLayoutVars>
          <dgm:dir/>
          <dgm:resizeHandles val="exact"/>
        </dgm:presLayoutVars>
      </dgm:prSet>
      <dgm:spPr/>
    </dgm:pt>
    <dgm:pt modelId="{74BFA2FB-A952-4B9D-9C01-64BAE9D0DA4A}" type="pres">
      <dgm:prSet presAssocID="{DC4E15BE-7DC3-4382-8734-E5A97DEB73AD}" presName="node" presStyleLbl="node1" presStyleIdx="0" presStyleCnt="14">
        <dgm:presLayoutVars>
          <dgm:bulletEnabled val="1"/>
        </dgm:presLayoutVars>
      </dgm:prSet>
      <dgm:spPr/>
    </dgm:pt>
    <dgm:pt modelId="{45CF3BFD-C405-4E71-9D0C-F93BC82E0C0D}" type="pres">
      <dgm:prSet presAssocID="{F6E8E9D7-7CB6-4BD7-A161-1CFC26134E30}" presName="sibTrans" presStyleCnt="0"/>
      <dgm:spPr/>
    </dgm:pt>
    <dgm:pt modelId="{AD0E4B1C-06B3-4BFD-9AFC-0EBAF4A53CCE}" type="pres">
      <dgm:prSet presAssocID="{175F2429-02F1-4595-BB30-AB0FA715F506}" presName="node" presStyleLbl="node1" presStyleIdx="1" presStyleCnt="14">
        <dgm:presLayoutVars>
          <dgm:bulletEnabled val="1"/>
        </dgm:presLayoutVars>
      </dgm:prSet>
      <dgm:spPr/>
    </dgm:pt>
    <dgm:pt modelId="{FEE2382F-4D21-48D6-A9E4-2BD76A755F90}" type="pres">
      <dgm:prSet presAssocID="{4BC72EA5-09C4-41C7-BEC7-92EA17AEF7F0}" presName="sibTrans" presStyleCnt="0"/>
      <dgm:spPr/>
    </dgm:pt>
    <dgm:pt modelId="{0028CD6E-4345-4350-8A43-719C2781ACB1}" type="pres">
      <dgm:prSet presAssocID="{DBA60715-3B51-4A9B-8F14-DAFBAFFA0AC4}" presName="node" presStyleLbl="node1" presStyleIdx="2" presStyleCnt="14">
        <dgm:presLayoutVars>
          <dgm:bulletEnabled val="1"/>
        </dgm:presLayoutVars>
      </dgm:prSet>
      <dgm:spPr/>
    </dgm:pt>
    <dgm:pt modelId="{3E51D4A7-E53E-4307-B092-C15D49A1BF56}" type="pres">
      <dgm:prSet presAssocID="{8699B436-844B-4F13-8898-75CEB1B68559}" presName="sibTrans" presStyleCnt="0"/>
      <dgm:spPr/>
    </dgm:pt>
    <dgm:pt modelId="{2611B982-C69E-498E-A9E8-DF4E80F7AEED}" type="pres">
      <dgm:prSet presAssocID="{7E3591E8-19A1-40F6-A7FD-35BDF5DDCCB4}" presName="node" presStyleLbl="node1" presStyleIdx="3" presStyleCnt="14">
        <dgm:presLayoutVars>
          <dgm:bulletEnabled val="1"/>
        </dgm:presLayoutVars>
      </dgm:prSet>
      <dgm:spPr/>
    </dgm:pt>
    <dgm:pt modelId="{436B1C55-E5A5-44EA-9855-1F2A69428C02}" type="pres">
      <dgm:prSet presAssocID="{1444DA9B-298B-4329-8736-039CFC8B0C9D}" presName="sibTrans" presStyleCnt="0"/>
      <dgm:spPr/>
    </dgm:pt>
    <dgm:pt modelId="{4EF3C996-E6E9-40AA-87C2-422743AEC586}" type="pres">
      <dgm:prSet presAssocID="{9A15DAE5-6874-4CF4-9980-8D43FDC45D4C}" presName="node" presStyleLbl="node1" presStyleIdx="4" presStyleCnt="14">
        <dgm:presLayoutVars>
          <dgm:bulletEnabled val="1"/>
        </dgm:presLayoutVars>
      </dgm:prSet>
      <dgm:spPr/>
    </dgm:pt>
    <dgm:pt modelId="{07E5595E-7873-4CA0-A7D4-97B90336B341}" type="pres">
      <dgm:prSet presAssocID="{BD7225A6-DE4E-4D81-ACEB-A45BD8AE8B4B}" presName="sibTrans" presStyleCnt="0"/>
      <dgm:spPr/>
    </dgm:pt>
    <dgm:pt modelId="{D0BEDF94-8CBE-4A3F-A78E-8D4D9787E99B}" type="pres">
      <dgm:prSet presAssocID="{784AA86C-4244-4416-B077-FF070ACCAA3E}" presName="node" presStyleLbl="node1" presStyleIdx="5" presStyleCnt="14">
        <dgm:presLayoutVars>
          <dgm:bulletEnabled val="1"/>
        </dgm:presLayoutVars>
      </dgm:prSet>
      <dgm:spPr/>
    </dgm:pt>
    <dgm:pt modelId="{8EA35251-E046-458F-A91B-F321416BBC3F}" type="pres">
      <dgm:prSet presAssocID="{33B32290-93C1-455D-8361-F53A7686FD5A}" presName="sibTrans" presStyleCnt="0"/>
      <dgm:spPr/>
    </dgm:pt>
    <dgm:pt modelId="{E2EC5A5B-916A-47A4-BB13-6F4F697A3ED2}" type="pres">
      <dgm:prSet presAssocID="{5C8BBAE8-369E-4436-A6D3-3A3AAB79F116}" presName="node" presStyleLbl="node1" presStyleIdx="6" presStyleCnt="14">
        <dgm:presLayoutVars>
          <dgm:bulletEnabled val="1"/>
        </dgm:presLayoutVars>
      </dgm:prSet>
      <dgm:spPr/>
    </dgm:pt>
    <dgm:pt modelId="{701BA15E-7C91-4E06-BA87-A9DD6F2B2DF8}" type="pres">
      <dgm:prSet presAssocID="{225A1440-9F57-431F-A51D-BC4844A7C697}" presName="sibTrans" presStyleCnt="0"/>
      <dgm:spPr/>
    </dgm:pt>
    <dgm:pt modelId="{3B34C99D-1B3A-48EE-A627-3515087414AC}" type="pres">
      <dgm:prSet presAssocID="{42AE3442-1933-478B-8153-08A878C7ABB8}" presName="node" presStyleLbl="node1" presStyleIdx="7" presStyleCnt="14">
        <dgm:presLayoutVars>
          <dgm:bulletEnabled val="1"/>
        </dgm:presLayoutVars>
      </dgm:prSet>
      <dgm:spPr/>
    </dgm:pt>
    <dgm:pt modelId="{6CE57EAD-3595-49A4-A7DA-9ACEA747AD6E}" type="pres">
      <dgm:prSet presAssocID="{5E1A76B5-A573-4703-A2D4-4F7E7FD54B1B}" presName="sibTrans" presStyleCnt="0"/>
      <dgm:spPr/>
    </dgm:pt>
    <dgm:pt modelId="{E1F3C9B9-9349-4CA8-B53D-75509F576518}" type="pres">
      <dgm:prSet presAssocID="{0FF70D92-3E43-438A-AC3D-2A2A5D9AA574}" presName="node" presStyleLbl="node1" presStyleIdx="8" presStyleCnt="14">
        <dgm:presLayoutVars>
          <dgm:bulletEnabled val="1"/>
        </dgm:presLayoutVars>
      </dgm:prSet>
      <dgm:spPr/>
    </dgm:pt>
    <dgm:pt modelId="{7B381AB7-4FA9-4A2B-AB7A-60EB99BDC303}" type="pres">
      <dgm:prSet presAssocID="{8F2A0490-2A45-4BE3-B7FE-CD6CD7E8CC0F}" presName="sibTrans" presStyleCnt="0"/>
      <dgm:spPr/>
    </dgm:pt>
    <dgm:pt modelId="{ED503E21-FCB7-4B32-A7B8-A2E5885996FC}" type="pres">
      <dgm:prSet presAssocID="{3BB10BCB-FA9C-4860-9AC1-56F1887160D2}" presName="node" presStyleLbl="node1" presStyleIdx="9" presStyleCnt="14">
        <dgm:presLayoutVars>
          <dgm:bulletEnabled val="1"/>
        </dgm:presLayoutVars>
      </dgm:prSet>
      <dgm:spPr/>
    </dgm:pt>
    <dgm:pt modelId="{315C3FD0-E176-4D29-8394-7447D8D2E36C}" type="pres">
      <dgm:prSet presAssocID="{48CD4EBF-4A0C-4F16-9128-7B504A170FC1}" presName="sibTrans" presStyleCnt="0"/>
      <dgm:spPr/>
    </dgm:pt>
    <dgm:pt modelId="{7515BF8D-4C51-40F2-B0BC-DBFEA010C7BA}" type="pres">
      <dgm:prSet presAssocID="{F6B1F4E3-999B-4407-ABEC-A1884B670E65}" presName="node" presStyleLbl="node1" presStyleIdx="10" presStyleCnt="14">
        <dgm:presLayoutVars>
          <dgm:bulletEnabled val="1"/>
        </dgm:presLayoutVars>
      </dgm:prSet>
      <dgm:spPr/>
    </dgm:pt>
    <dgm:pt modelId="{8B44EDEA-244F-4C67-94CB-22309F5D71E9}" type="pres">
      <dgm:prSet presAssocID="{1F733E6A-98F8-419D-9B5C-C19957B4B60A}" presName="sibTrans" presStyleCnt="0"/>
      <dgm:spPr/>
    </dgm:pt>
    <dgm:pt modelId="{131FA719-3CFE-4180-B2F4-B66EF5F34E86}" type="pres">
      <dgm:prSet presAssocID="{FB4E4456-07B5-4D71-ACDF-A557C079873B}" presName="node" presStyleLbl="node1" presStyleIdx="11" presStyleCnt="14">
        <dgm:presLayoutVars>
          <dgm:bulletEnabled val="1"/>
        </dgm:presLayoutVars>
      </dgm:prSet>
      <dgm:spPr/>
    </dgm:pt>
    <dgm:pt modelId="{BE91C904-4110-42DD-B5C1-2F39C3EBC85A}" type="pres">
      <dgm:prSet presAssocID="{B8672AF3-5869-4076-86C6-E959DC08340F}" presName="sibTrans" presStyleCnt="0"/>
      <dgm:spPr/>
    </dgm:pt>
    <dgm:pt modelId="{54AC4C0E-B283-4E13-BBB6-5823B01DD492}" type="pres">
      <dgm:prSet presAssocID="{C146E4E7-B168-4CAC-9C30-15664866B720}" presName="node" presStyleLbl="node1" presStyleIdx="12" presStyleCnt="14">
        <dgm:presLayoutVars>
          <dgm:bulletEnabled val="1"/>
        </dgm:presLayoutVars>
      </dgm:prSet>
      <dgm:spPr/>
    </dgm:pt>
    <dgm:pt modelId="{81D6FA56-60F4-44F1-9A3A-94DBD36D43C3}" type="pres">
      <dgm:prSet presAssocID="{E843D7C5-7A9D-49B2-8CF8-A562A9902661}" presName="sibTrans" presStyleCnt="0"/>
      <dgm:spPr/>
    </dgm:pt>
    <dgm:pt modelId="{8C395DEE-45C0-4F6E-8938-E44C7731001C}" type="pres">
      <dgm:prSet presAssocID="{CD607FE4-1A77-48A7-836F-CB9FB0CEAA42}" presName="node" presStyleLbl="node1" presStyleIdx="13" presStyleCnt="14">
        <dgm:presLayoutVars>
          <dgm:bulletEnabled val="1"/>
        </dgm:presLayoutVars>
      </dgm:prSet>
      <dgm:spPr/>
    </dgm:pt>
  </dgm:ptLst>
  <dgm:cxnLst>
    <dgm:cxn modelId="{3759DD05-A4E6-4F3C-94AF-08F146A3D2A8}" srcId="{B243C692-C329-4E31-B0A0-13E625B0767E}" destId="{FB4E4456-07B5-4D71-ACDF-A557C079873B}" srcOrd="11" destOrd="0" parTransId="{22AAF8FC-52AB-4241-A0E6-D584B50F44D6}" sibTransId="{B8672AF3-5869-4076-86C6-E959DC08340F}"/>
    <dgm:cxn modelId="{98C0AB07-D73A-4178-95D8-7D87DAB7D16A}" type="presOf" srcId="{42AE3442-1933-478B-8153-08A878C7ABB8}" destId="{3B34C99D-1B3A-48EE-A627-3515087414AC}" srcOrd="0" destOrd="0" presId="urn:microsoft.com/office/officeart/2005/8/layout/default"/>
    <dgm:cxn modelId="{9E46F00B-85B2-4E10-9F66-D77A868F85E3}" type="presOf" srcId="{5C8BBAE8-369E-4436-A6D3-3A3AAB79F116}" destId="{E2EC5A5B-916A-47A4-BB13-6F4F697A3ED2}" srcOrd="0" destOrd="0" presId="urn:microsoft.com/office/officeart/2005/8/layout/default"/>
    <dgm:cxn modelId="{7D3E2B12-C222-46BF-9BC5-299664B5E582}" srcId="{B243C692-C329-4E31-B0A0-13E625B0767E}" destId="{3BB10BCB-FA9C-4860-9AC1-56F1887160D2}" srcOrd="9" destOrd="0" parTransId="{70E2CECF-64B2-4FC9-84BD-8622E754B82E}" sibTransId="{48CD4EBF-4A0C-4F16-9128-7B504A170FC1}"/>
    <dgm:cxn modelId="{F4782019-1502-4EDF-A199-DA4CF5E3F48F}" type="presOf" srcId="{9A15DAE5-6874-4CF4-9980-8D43FDC45D4C}" destId="{4EF3C996-E6E9-40AA-87C2-422743AEC586}" srcOrd="0" destOrd="0" presId="urn:microsoft.com/office/officeart/2005/8/layout/default"/>
    <dgm:cxn modelId="{4CC4BC19-D24F-4055-B00A-73736C004F3E}" srcId="{B243C692-C329-4E31-B0A0-13E625B0767E}" destId="{F6B1F4E3-999B-4407-ABEC-A1884B670E65}" srcOrd="10" destOrd="0" parTransId="{2A379939-DDF5-45FB-909A-885A6CE4AF07}" sibTransId="{1F733E6A-98F8-419D-9B5C-C19957B4B60A}"/>
    <dgm:cxn modelId="{5EC1201D-8D79-4893-B383-C46554B81F47}" srcId="{B243C692-C329-4E31-B0A0-13E625B0767E}" destId="{7E3591E8-19A1-40F6-A7FD-35BDF5DDCCB4}" srcOrd="3" destOrd="0" parTransId="{AA3A3416-7013-4A1B-A7A1-1DA7EB302034}" sibTransId="{1444DA9B-298B-4329-8736-039CFC8B0C9D}"/>
    <dgm:cxn modelId="{F8C9761E-7ECB-482D-85A3-E997853B8D2E}" srcId="{B243C692-C329-4E31-B0A0-13E625B0767E}" destId="{5C8BBAE8-369E-4436-A6D3-3A3AAB79F116}" srcOrd="6" destOrd="0" parTransId="{C6B1623A-1273-46FE-9691-6933A9A281DD}" sibTransId="{225A1440-9F57-431F-A51D-BC4844A7C697}"/>
    <dgm:cxn modelId="{428B6D2E-E15F-4B8C-9DC5-094ED60E1AFA}" type="presOf" srcId="{7E3591E8-19A1-40F6-A7FD-35BDF5DDCCB4}" destId="{2611B982-C69E-498E-A9E8-DF4E80F7AEED}" srcOrd="0" destOrd="0" presId="urn:microsoft.com/office/officeart/2005/8/layout/default"/>
    <dgm:cxn modelId="{6AB68931-B5D5-44A0-9AA0-313B79C9AC96}" srcId="{B243C692-C329-4E31-B0A0-13E625B0767E}" destId="{CD607FE4-1A77-48A7-836F-CB9FB0CEAA42}" srcOrd="13" destOrd="0" parTransId="{D2346AE0-5B9A-4A16-96BF-94CBE0013601}" sibTransId="{29A16311-4211-4651-99F7-25D1EADA5554}"/>
    <dgm:cxn modelId="{0BF68D36-8CBD-4370-9EBA-0D85532C7523}" type="presOf" srcId="{C146E4E7-B168-4CAC-9C30-15664866B720}" destId="{54AC4C0E-B283-4E13-BBB6-5823B01DD492}" srcOrd="0" destOrd="0" presId="urn:microsoft.com/office/officeart/2005/8/layout/default"/>
    <dgm:cxn modelId="{05E1AF37-575F-46D6-94F4-56E967BCF985}" type="presOf" srcId="{784AA86C-4244-4416-B077-FF070ACCAA3E}" destId="{D0BEDF94-8CBE-4A3F-A78E-8D4D9787E99B}" srcOrd="0" destOrd="0" presId="urn:microsoft.com/office/officeart/2005/8/layout/default"/>
    <dgm:cxn modelId="{1A02AB3B-CC8B-4D78-B11F-98E5FC72D6A3}" type="presOf" srcId="{CD607FE4-1A77-48A7-836F-CB9FB0CEAA42}" destId="{8C395DEE-45C0-4F6E-8938-E44C7731001C}" srcOrd="0" destOrd="0" presId="urn:microsoft.com/office/officeart/2005/8/layout/default"/>
    <dgm:cxn modelId="{9529DF44-0F77-4624-8B66-D4F03256552A}" srcId="{B243C692-C329-4E31-B0A0-13E625B0767E}" destId="{C146E4E7-B168-4CAC-9C30-15664866B720}" srcOrd="12" destOrd="0" parTransId="{00CADEEF-27EC-4F07-BC99-93E40CC19F06}" sibTransId="{E843D7C5-7A9D-49B2-8CF8-A562A9902661}"/>
    <dgm:cxn modelId="{01F1146D-C260-49E6-9390-7A5F3F9E339E}" type="presOf" srcId="{3BB10BCB-FA9C-4860-9AC1-56F1887160D2}" destId="{ED503E21-FCB7-4B32-A7B8-A2E5885996FC}" srcOrd="0" destOrd="0" presId="urn:microsoft.com/office/officeart/2005/8/layout/default"/>
    <dgm:cxn modelId="{EB0B7393-14BA-4E46-BEFD-316D326E3B19}" srcId="{B243C692-C329-4E31-B0A0-13E625B0767E}" destId="{DBA60715-3B51-4A9B-8F14-DAFBAFFA0AC4}" srcOrd="2" destOrd="0" parTransId="{E74053F3-CA1D-422E-8C2E-E0A3C428D311}" sibTransId="{8699B436-844B-4F13-8898-75CEB1B68559}"/>
    <dgm:cxn modelId="{8B92BDA0-3D66-4ED1-BE2F-A2D44B39E578}" type="presOf" srcId="{0FF70D92-3E43-438A-AC3D-2A2A5D9AA574}" destId="{E1F3C9B9-9349-4CA8-B53D-75509F576518}" srcOrd="0" destOrd="0" presId="urn:microsoft.com/office/officeart/2005/8/layout/default"/>
    <dgm:cxn modelId="{979058BB-DF50-45F1-AB34-4799B2E7EAFB}" srcId="{B243C692-C329-4E31-B0A0-13E625B0767E}" destId="{784AA86C-4244-4416-B077-FF070ACCAA3E}" srcOrd="5" destOrd="0" parTransId="{2426B71D-F113-4FF0-8C51-391772752547}" sibTransId="{33B32290-93C1-455D-8361-F53A7686FD5A}"/>
    <dgm:cxn modelId="{D6E8D5BD-55B1-4F0A-94C4-47957FC0688E}" type="presOf" srcId="{B243C692-C329-4E31-B0A0-13E625B0767E}" destId="{0DF9D0D2-18D6-46BF-B57A-5CAD955DA4CC}" srcOrd="0" destOrd="0" presId="urn:microsoft.com/office/officeart/2005/8/layout/default"/>
    <dgm:cxn modelId="{390AEDBF-799E-439D-876B-5B2268FB7318}" type="presOf" srcId="{F6B1F4E3-999B-4407-ABEC-A1884B670E65}" destId="{7515BF8D-4C51-40F2-B0BC-DBFEA010C7BA}" srcOrd="0" destOrd="0" presId="urn:microsoft.com/office/officeart/2005/8/layout/default"/>
    <dgm:cxn modelId="{F0DCE3C0-BC72-4153-B7DF-731C04B8456C}" srcId="{B243C692-C329-4E31-B0A0-13E625B0767E}" destId="{DC4E15BE-7DC3-4382-8734-E5A97DEB73AD}" srcOrd="0" destOrd="0" parTransId="{A83C719E-48DF-4B20-AD34-F951B0114C70}" sibTransId="{F6E8E9D7-7CB6-4BD7-A161-1CFC26134E30}"/>
    <dgm:cxn modelId="{8B927FC3-E089-4C4F-A84B-621BA2C312D0}" type="presOf" srcId="{FB4E4456-07B5-4D71-ACDF-A557C079873B}" destId="{131FA719-3CFE-4180-B2F4-B66EF5F34E86}" srcOrd="0" destOrd="0" presId="urn:microsoft.com/office/officeart/2005/8/layout/default"/>
    <dgm:cxn modelId="{DFCED0D7-127F-4CF4-A256-886408ED4746}" srcId="{B243C692-C329-4E31-B0A0-13E625B0767E}" destId="{0FF70D92-3E43-438A-AC3D-2A2A5D9AA574}" srcOrd="8" destOrd="0" parTransId="{662B1EE1-DC88-4C5C-8924-E0B6FD7A12AA}" sibTransId="{8F2A0490-2A45-4BE3-B7FE-CD6CD7E8CC0F}"/>
    <dgm:cxn modelId="{FD5C63DC-9072-4AEA-B6D8-951220BA6B0C}" type="presOf" srcId="{175F2429-02F1-4595-BB30-AB0FA715F506}" destId="{AD0E4B1C-06B3-4BFD-9AFC-0EBAF4A53CCE}" srcOrd="0" destOrd="0" presId="urn:microsoft.com/office/officeart/2005/8/layout/default"/>
    <dgm:cxn modelId="{7D799DE6-E279-4165-B610-9350D4AA4E5F}" srcId="{B243C692-C329-4E31-B0A0-13E625B0767E}" destId="{42AE3442-1933-478B-8153-08A878C7ABB8}" srcOrd="7" destOrd="0" parTransId="{249C5BF5-2968-48EB-998A-AC060181C5A2}" sibTransId="{5E1A76B5-A573-4703-A2D4-4F7E7FD54B1B}"/>
    <dgm:cxn modelId="{59488DEA-73E3-40A0-B553-588BBB1DE95E}" srcId="{B243C692-C329-4E31-B0A0-13E625B0767E}" destId="{175F2429-02F1-4595-BB30-AB0FA715F506}" srcOrd="1" destOrd="0" parTransId="{02F98197-024A-437F-98AB-6FB3CC987815}" sibTransId="{4BC72EA5-09C4-41C7-BEC7-92EA17AEF7F0}"/>
    <dgm:cxn modelId="{74995DEE-A3CC-4DDC-90A4-E9C6D8B270F9}" type="presOf" srcId="{DC4E15BE-7DC3-4382-8734-E5A97DEB73AD}" destId="{74BFA2FB-A952-4B9D-9C01-64BAE9D0DA4A}" srcOrd="0" destOrd="0" presId="urn:microsoft.com/office/officeart/2005/8/layout/default"/>
    <dgm:cxn modelId="{3FBAA4EE-0A11-49BA-9AA7-E516ABD10B4B}" srcId="{B243C692-C329-4E31-B0A0-13E625B0767E}" destId="{9A15DAE5-6874-4CF4-9980-8D43FDC45D4C}" srcOrd="4" destOrd="0" parTransId="{2025B71C-6655-404E-BACA-DECA80405AB9}" sibTransId="{BD7225A6-DE4E-4D81-ACEB-A45BD8AE8B4B}"/>
    <dgm:cxn modelId="{ED8589FE-F222-4E8B-864F-21CB75BEEE9D}" type="presOf" srcId="{DBA60715-3B51-4A9B-8F14-DAFBAFFA0AC4}" destId="{0028CD6E-4345-4350-8A43-719C2781ACB1}" srcOrd="0" destOrd="0" presId="urn:microsoft.com/office/officeart/2005/8/layout/default"/>
    <dgm:cxn modelId="{EB23177D-4426-48E3-BD5A-E2C299B5F96B}" type="presParOf" srcId="{0DF9D0D2-18D6-46BF-B57A-5CAD955DA4CC}" destId="{74BFA2FB-A952-4B9D-9C01-64BAE9D0DA4A}" srcOrd="0" destOrd="0" presId="urn:microsoft.com/office/officeart/2005/8/layout/default"/>
    <dgm:cxn modelId="{B1DBC255-9F2F-44C2-B49F-82DAFB4818D2}" type="presParOf" srcId="{0DF9D0D2-18D6-46BF-B57A-5CAD955DA4CC}" destId="{45CF3BFD-C405-4E71-9D0C-F93BC82E0C0D}" srcOrd="1" destOrd="0" presId="urn:microsoft.com/office/officeart/2005/8/layout/default"/>
    <dgm:cxn modelId="{6BD118D5-F344-4C0A-A58C-4BFB601EF7BD}" type="presParOf" srcId="{0DF9D0D2-18D6-46BF-B57A-5CAD955DA4CC}" destId="{AD0E4B1C-06B3-4BFD-9AFC-0EBAF4A53CCE}" srcOrd="2" destOrd="0" presId="urn:microsoft.com/office/officeart/2005/8/layout/default"/>
    <dgm:cxn modelId="{5F3CD494-022C-4CBC-8EB9-292365EC15FD}" type="presParOf" srcId="{0DF9D0D2-18D6-46BF-B57A-5CAD955DA4CC}" destId="{FEE2382F-4D21-48D6-A9E4-2BD76A755F90}" srcOrd="3" destOrd="0" presId="urn:microsoft.com/office/officeart/2005/8/layout/default"/>
    <dgm:cxn modelId="{E25738A9-5C2E-49A4-ACE6-E5BA85DC380D}" type="presParOf" srcId="{0DF9D0D2-18D6-46BF-B57A-5CAD955DA4CC}" destId="{0028CD6E-4345-4350-8A43-719C2781ACB1}" srcOrd="4" destOrd="0" presId="urn:microsoft.com/office/officeart/2005/8/layout/default"/>
    <dgm:cxn modelId="{9C8DB73B-A181-4131-BA6E-F86079387136}" type="presParOf" srcId="{0DF9D0D2-18D6-46BF-B57A-5CAD955DA4CC}" destId="{3E51D4A7-E53E-4307-B092-C15D49A1BF56}" srcOrd="5" destOrd="0" presId="urn:microsoft.com/office/officeart/2005/8/layout/default"/>
    <dgm:cxn modelId="{33C2775B-B4DA-4A9B-A28B-8CE35A4D7030}" type="presParOf" srcId="{0DF9D0D2-18D6-46BF-B57A-5CAD955DA4CC}" destId="{2611B982-C69E-498E-A9E8-DF4E80F7AEED}" srcOrd="6" destOrd="0" presId="urn:microsoft.com/office/officeart/2005/8/layout/default"/>
    <dgm:cxn modelId="{ADDCF5B8-D040-4E3B-A807-C340D24856EC}" type="presParOf" srcId="{0DF9D0D2-18D6-46BF-B57A-5CAD955DA4CC}" destId="{436B1C55-E5A5-44EA-9855-1F2A69428C02}" srcOrd="7" destOrd="0" presId="urn:microsoft.com/office/officeart/2005/8/layout/default"/>
    <dgm:cxn modelId="{B57B4023-936E-4EC4-9712-DC9AB6B92DE4}" type="presParOf" srcId="{0DF9D0D2-18D6-46BF-B57A-5CAD955DA4CC}" destId="{4EF3C996-E6E9-40AA-87C2-422743AEC586}" srcOrd="8" destOrd="0" presId="urn:microsoft.com/office/officeart/2005/8/layout/default"/>
    <dgm:cxn modelId="{8FF3C5E6-4574-41D9-89D3-6AC146C1987C}" type="presParOf" srcId="{0DF9D0D2-18D6-46BF-B57A-5CAD955DA4CC}" destId="{07E5595E-7873-4CA0-A7D4-97B90336B341}" srcOrd="9" destOrd="0" presId="urn:microsoft.com/office/officeart/2005/8/layout/default"/>
    <dgm:cxn modelId="{4E40B9DE-DA9C-4040-A204-566994615D0C}" type="presParOf" srcId="{0DF9D0D2-18D6-46BF-B57A-5CAD955DA4CC}" destId="{D0BEDF94-8CBE-4A3F-A78E-8D4D9787E99B}" srcOrd="10" destOrd="0" presId="urn:microsoft.com/office/officeart/2005/8/layout/default"/>
    <dgm:cxn modelId="{DDDED418-D3F6-4D01-8D9A-FCA3BB4BDDC3}" type="presParOf" srcId="{0DF9D0D2-18D6-46BF-B57A-5CAD955DA4CC}" destId="{8EA35251-E046-458F-A91B-F321416BBC3F}" srcOrd="11" destOrd="0" presId="urn:microsoft.com/office/officeart/2005/8/layout/default"/>
    <dgm:cxn modelId="{46E4CD98-6D08-49A3-8516-9FB64E24197F}" type="presParOf" srcId="{0DF9D0D2-18D6-46BF-B57A-5CAD955DA4CC}" destId="{E2EC5A5B-916A-47A4-BB13-6F4F697A3ED2}" srcOrd="12" destOrd="0" presId="urn:microsoft.com/office/officeart/2005/8/layout/default"/>
    <dgm:cxn modelId="{04BF94E0-4857-46A0-99FE-01D2B02A9FD5}" type="presParOf" srcId="{0DF9D0D2-18D6-46BF-B57A-5CAD955DA4CC}" destId="{701BA15E-7C91-4E06-BA87-A9DD6F2B2DF8}" srcOrd="13" destOrd="0" presId="urn:microsoft.com/office/officeart/2005/8/layout/default"/>
    <dgm:cxn modelId="{DCD969CD-CB92-4F3C-BFE0-8F2FCBA8AF04}" type="presParOf" srcId="{0DF9D0D2-18D6-46BF-B57A-5CAD955DA4CC}" destId="{3B34C99D-1B3A-48EE-A627-3515087414AC}" srcOrd="14" destOrd="0" presId="urn:microsoft.com/office/officeart/2005/8/layout/default"/>
    <dgm:cxn modelId="{7118F26C-2662-4884-B349-D427CBB37326}" type="presParOf" srcId="{0DF9D0D2-18D6-46BF-B57A-5CAD955DA4CC}" destId="{6CE57EAD-3595-49A4-A7DA-9ACEA747AD6E}" srcOrd="15" destOrd="0" presId="urn:microsoft.com/office/officeart/2005/8/layout/default"/>
    <dgm:cxn modelId="{984D8643-3539-45EC-8746-08C0394AAA02}" type="presParOf" srcId="{0DF9D0D2-18D6-46BF-B57A-5CAD955DA4CC}" destId="{E1F3C9B9-9349-4CA8-B53D-75509F576518}" srcOrd="16" destOrd="0" presId="urn:microsoft.com/office/officeart/2005/8/layout/default"/>
    <dgm:cxn modelId="{5D223E0C-856C-491B-9FCC-070B9CA8AFC8}" type="presParOf" srcId="{0DF9D0D2-18D6-46BF-B57A-5CAD955DA4CC}" destId="{7B381AB7-4FA9-4A2B-AB7A-60EB99BDC303}" srcOrd="17" destOrd="0" presId="urn:microsoft.com/office/officeart/2005/8/layout/default"/>
    <dgm:cxn modelId="{3ABC47F1-5A27-47C8-9333-1ED56688618F}" type="presParOf" srcId="{0DF9D0D2-18D6-46BF-B57A-5CAD955DA4CC}" destId="{ED503E21-FCB7-4B32-A7B8-A2E5885996FC}" srcOrd="18" destOrd="0" presId="urn:microsoft.com/office/officeart/2005/8/layout/default"/>
    <dgm:cxn modelId="{CD6E1C43-4D70-457F-AB33-7BE44DBEF548}" type="presParOf" srcId="{0DF9D0D2-18D6-46BF-B57A-5CAD955DA4CC}" destId="{315C3FD0-E176-4D29-8394-7447D8D2E36C}" srcOrd="19" destOrd="0" presId="urn:microsoft.com/office/officeart/2005/8/layout/default"/>
    <dgm:cxn modelId="{CAB96732-0C4A-44DD-B798-6E34352AA80A}" type="presParOf" srcId="{0DF9D0D2-18D6-46BF-B57A-5CAD955DA4CC}" destId="{7515BF8D-4C51-40F2-B0BC-DBFEA010C7BA}" srcOrd="20" destOrd="0" presId="urn:microsoft.com/office/officeart/2005/8/layout/default"/>
    <dgm:cxn modelId="{1D8C06A6-239A-4C1F-A033-6FC581EB5156}" type="presParOf" srcId="{0DF9D0D2-18D6-46BF-B57A-5CAD955DA4CC}" destId="{8B44EDEA-244F-4C67-94CB-22309F5D71E9}" srcOrd="21" destOrd="0" presId="urn:microsoft.com/office/officeart/2005/8/layout/default"/>
    <dgm:cxn modelId="{F4265DC5-7913-4BD6-9AAD-4DF495C153D1}" type="presParOf" srcId="{0DF9D0D2-18D6-46BF-B57A-5CAD955DA4CC}" destId="{131FA719-3CFE-4180-B2F4-B66EF5F34E86}" srcOrd="22" destOrd="0" presId="urn:microsoft.com/office/officeart/2005/8/layout/default"/>
    <dgm:cxn modelId="{2FA54DA4-E878-437F-8224-3E0D66F1C8B3}" type="presParOf" srcId="{0DF9D0D2-18D6-46BF-B57A-5CAD955DA4CC}" destId="{BE91C904-4110-42DD-B5C1-2F39C3EBC85A}" srcOrd="23" destOrd="0" presId="urn:microsoft.com/office/officeart/2005/8/layout/default"/>
    <dgm:cxn modelId="{96D2D20F-B6DE-4003-B519-44437EDACEF1}" type="presParOf" srcId="{0DF9D0D2-18D6-46BF-B57A-5CAD955DA4CC}" destId="{54AC4C0E-B283-4E13-BBB6-5823B01DD492}" srcOrd="24" destOrd="0" presId="urn:microsoft.com/office/officeart/2005/8/layout/default"/>
    <dgm:cxn modelId="{B0D24574-EF9C-487D-B380-2FD0DCEEBF6D}" type="presParOf" srcId="{0DF9D0D2-18D6-46BF-B57A-5CAD955DA4CC}" destId="{81D6FA56-60F4-44F1-9A3A-94DBD36D43C3}" srcOrd="25" destOrd="0" presId="urn:microsoft.com/office/officeart/2005/8/layout/default"/>
    <dgm:cxn modelId="{661FE72B-39CA-4F08-B6CB-F52E4674585D}" type="presParOf" srcId="{0DF9D0D2-18D6-46BF-B57A-5CAD955DA4CC}" destId="{8C395DEE-45C0-4F6E-8938-E44C7731001C}" srcOrd="2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0D885F-4702-4310-AC65-58A3D2AD0E9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3A8C038-E6E7-4521-93B0-316E436BCB6D}">
      <dgm:prSet/>
      <dgm:spPr/>
      <dgm:t>
        <a:bodyPr/>
        <a:lstStyle/>
        <a:p>
          <a:r>
            <a:rPr lang="en-US" b="1"/>
            <a:t>Frontend Layer:</a:t>
          </a:r>
          <a:endParaRPr lang="en-US"/>
        </a:p>
      </dgm:t>
    </dgm:pt>
    <dgm:pt modelId="{4A772587-EAC6-41B2-85BA-6725929EFF67}" type="parTrans" cxnId="{31567F1C-E798-4710-A1FD-A1C3A8A08063}">
      <dgm:prSet/>
      <dgm:spPr/>
      <dgm:t>
        <a:bodyPr/>
        <a:lstStyle/>
        <a:p>
          <a:endParaRPr lang="en-US"/>
        </a:p>
      </dgm:t>
    </dgm:pt>
    <dgm:pt modelId="{44224DBF-F23A-451A-B57D-82F6D79E86BD}" type="sibTrans" cxnId="{31567F1C-E798-4710-A1FD-A1C3A8A08063}">
      <dgm:prSet/>
      <dgm:spPr/>
      <dgm:t>
        <a:bodyPr/>
        <a:lstStyle/>
        <a:p>
          <a:endParaRPr lang="en-US"/>
        </a:p>
      </dgm:t>
    </dgm:pt>
    <dgm:pt modelId="{5684C7C9-42B3-42DC-87B5-5963B7691245}">
      <dgm:prSet/>
      <dgm:spPr/>
      <dgm:t>
        <a:bodyPr/>
        <a:lstStyle/>
        <a:p>
          <a:r>
            <a:rPr lang="en-US" b="1"/>
            <a:t>HTML5</a:t>
          </a:r>
          <a:r>
            <a:rPr lang="en-US"/>
            <a:t>: Semantic structure</a:t>
          </a:r>
        </a:p>
      </dgm:t>
    </dgm:pt>
    <dgm:pt modelId="{DA720A07-293F-446E-92EF-96D28D286B41}" type="parTrans" cxnId="{702ECDD4-47BF-4A3B-A7BE-CCFFE171C7DF}">
      <dgm:prSet/>
      <dgm:spPr/>
      <dgm:t>
        <a:bodyPr/>
        <a:lstStyle/>
        <a:p>
          <a:endParaRPr lang="en-US"/>
        </a:p>
      </dgm:t>
    </dgm:pt>
    <dgm:pt modelId="{B5519EBD-090E-4877-8C52-43BB402CA7CD}" type="sibTrans" cxnId="{702ECDD4-47BF-4A3B-A7BE-CCFFE171C7DF}">
      <dgm:prSet/>
      <dgm:spPr/>
      <dgm:t>
        <a:bodyPr/>
        <a:lstStyle/>
        <a:p>
          <a:endParaRPr lang="en-US"/>
        </a:p>
      </dgm:t>
    </dgm:pt>
    <dgm:pt modelId="{320A913C-0DEA-4217-91CF-24CCBFD7CD33}">
      <dgm:prSet/>
      <dgm:spPr/>
      <dgm:t>
        <a:bodyPr/>
        <a:lstStyle/>
        <a:p>
          <a:r>
            <a:rPr lang="en-US" b="1"/>
            <a:t>CSS3</a:t>
          </a:r>
          <a:r>
            <a:rPr lang="en-US"/>
            <a:t>: Responsive styling with Flexbox/Grid</a:t>
          </a:r>
        </a:p>
      </dgm:t>
    </dgm:pt>
    <dgm:pt modelId="{4D658551-BC9F-4F53-AA1E-8AF2ED50CCAB}" type="parTrans" cxnId="{252D327B-821B-40D3-850F-2C360CE978C8}">
      <dgm:prSet/>
      <dgm:spPr/>
      <dgm:t>
        <a:bodyPr/>
        <a:lstStyle/>
        <a:p>
          <a:endParaRPr lang="en-US"/>
        </a:p>
      </dgm:t>
    </dgm:pt>
    <dgm:pt modelId="{B3F9032A-1351-453F-B1E7-ADA5C96DC28B}" type="sibTrans" cxnId="{252D327B-821B-40D3-850F-2C360CE978C8}">
      <dgm:prSet/>
      <dgm:spPr/>
      <dgm:t>
        <a:bodyPr/>
        <a:lstStyle/>
        <a:p>
          <a:endParaRPr lang="en-US"/>
        </a:p>
      </dgm:t>
    </dgm:pt>
    <dgm:pt modelId="{111D0070-A2C4-4D7B-BE09-3A9F5E49E9A2}">
      <dgm:prSet/>
      <dgm:spPr/>
      <dgm:t>
        <a:bodyPr/>
        <a:lstStyle/>
        <a:p>
          <a:r>
            <a:rPr lang="en-US" b="1"/>
            <a:t>JavaScript</a:t>
          </a:r>
          <a:r>
            <a:rPr lang="en-US"/>
            <a:t>: Dynamic interactions &amp; form validation</a:t>
          </a:r>
        </a:p>
      </dgm:t>
    </dgm:pt>
    <dgm:pt modelId="{B9591EB4-E5FE-4875-B9E0-DE6A416FC851}" type="parTrans" cxnId="{18D7EC72-C3A6-4AA5-9B69-19B86B83245C}">
      <dgm:prSet/>
      <dgm:spPr/>
      <dgm:t>
        <a:bodyPr/>
        <a:lstStyle/>
        <a:p>
          <a:endParaRPr lang="en-US"/>
        </a:p>
      </dgm:t>
    </dgm:pt>
    <dgm:pt modelId="{9CB12D08-5FB4-4B53-A8E0-242871A78113}" type="sibTrans" cxnId="{18D7EC72-C3A6-4AA5-9B69-19B86B83245C}">
      <dgm:prSet/>
      <dgm:spPr/>
      <dgm:t>
        <a:bodyPr/>
        <a:lstStyle/>
        <a:p>
          <a:endParaRPr lang="en-US"/>
        </a:p>
      </dgm:t>
    </dgm:pt>
    <dgm:pt modelId="{FD4B42A9-86EB-43DA-ADC2-EBC0F7DE3B10}">
      <dgm:prSet/>
      <dgm:spPr/>
      <dgm:t>
        <a:bodyPr/>
        <a:lstStyle/>
        <a:p>
          <a:r>
            <a:rPr lang="en-US" b="1"/>
            <a:t>Backend Layer:</a:t>
          </a:r>
          <a:endParaRPr lang="en-US"/>
        </a:p>
      </dgm:t>
    </dgm:pt>
    <dgm:pt modelId="{F4928F6B-CD21-483D-908A-564492A888A2}" type="parTrans" cxnId="{FEA87507-887F-4B13-919F-6A218096BA07}">
      <dgm:prSet/>
      <dgm:spPr/>
      <dgm:t>
        <a:bodyPr/>
        <a:lstStyle/>
        <a:p>
          <a:endParaRPr lang="en-US"/>
        </a:p>
      </dgm:t>
    </dgm:pt>
    <dgm:pt modelId="{C5BA22E7-7AF9-47B3-9B36-FF94FDBA966C}" type="sibTrans" cxnId="{FEA87507-887F-4B13-919F-6A218096BA07}">
      <dgm:prSet/>
      <dgm:spPr/>
      <dgm:t>
        <a:bodyPr/>
        <a:lstStyle/>
        <a:p>
          <a:endParaRPr lang="en-US"/>
        </a:p>
      </dgm:t>
    </dgm:pt>
    <dgm:pt modelId="{11F54C8B-56A2-4B35-9048-81194708BEF8}">
      <dgm:prSet/>
      <dgm:spPr/>
      <dgm:t>
        <a:bodyPr/>
        <a:lstStyle/>
        <a:p>
          <a:r>
            <a:rPr lang="en-US" b="1"/>
            <a:t>PHP</a:t>
          </a:r>
          <a:r>
            <a:rPr lang="en-US"/>
            <a:t>: Server-side logic &amp; API endpoints</a:t>
          </a:r>
        </a:p>
      </dgm:t>
    </dgm:pt>
    <dgm:pt modelId="{E0416B6E-4818-4D63-815D-6AD5615A2631}" type="parTrans" cxnId="{D8B88A05-4F5D-40B9-B632-3FE15FC1A147}">
      <dgm:prSet/>
      <dgm:spPr/>
      <dgm:t>
        <a:bodyPr/>
        <a:lstStyle/>
        <a:p>
          <a:endParaRPr lang="en-US"/>
        </a:p>
      </dgm:t>
    </dgm:pt>
    <dgm:pt modelId="{61D760E5-E8D1-4DDA-8D93-55FED93F1F26}" type="sibTrans" cxnId="{D8B88A05-4F5D-40B9-B632-3FE15FC1A147}">
      <dgm:prSet/>
      <dgm:spPr/>
      <dgm:t>
        <a:bodyPr/>
        <a:lstStyle/>
        <a:p>
          <a:endParaRPr lang="en-US"/>
        </a:p>
      </dgm:t>
    </dgm:pt>
    <dgm:pt modelId="{91D77C71-3129-4F2C-B2A3-CA2BDBD45BE7}">
      <dgm:prSet/>
      <dgm:spPr/>
      <dgm:t>
        <a:bodyPr/>
        <a:lstStyle/>
        <a:p>
          <a:r>
            <a:rPr lang="en-US" b="1"/>
            <a:t>MySQL</a:t>
          </a:r>
          <a:r>
            <a:rPr lang="en-US"/>
            <a:t>: Relational data management</a:t>
          </a:r>
        </a:p>
      </dgm:t>
    </dgm:pt>
    <dgm:pt modelId="{5126A2DC-1D06-4F9D-89FB-626DD2FA36EC}" type="parTrans" cxnId="{86482B64-C87E-4855-A32E-2073A06CC3AC}">
      <dgm:prSet/>
      <dgm:spPr/>
      <dgm:t>
        <a:bodyPr/>
        <a:lstStyle/>
        <a:p>
          <a:endParaRPr lang="en-US"/>
        </a:p>
      </dgm:t>
    </dgm:pt>
    <dgm:pt modelId="{3E1EA275-0ACD-434C-A103-2E84BA5BECD1}" type="sibTrans" cxnId="{86482B64-C87E-4855-A32E-2073A06CC3AC}">
      <dgm:prSet/>
      <dgm:spPr/>
      <dgm:t>
        <a:bodyPr/>
        <a:lstStyle/>
        <a:p>
          <a:endParaRPr lang="en-US"/>
        </a:p>
      </dgm:t>
    </dgm:pt>
    <dgm:pt modelId="{ACC9A241-5218-4B2E-900E-065B237E1C8C}">
      <dgm:prSet/>
      <dgm:spPr/>
      <dgm:t>
        <a:bodyPr/>
        <a:lstStyle/>
        <a:p>
          <a:r>
            <a:rPr lang="en-US" b="1"/>
            <a:t>XAMPP</a:t>
          </a:r>
          <a:r>
            <a:rPr lang="en-US"/>
            <a:t>: Local development environment</a:t>
          </a:r>
        </a:p>
      </dgm:t>
    </dgm:pt>
    <dgm:pt modelId="{13D5E9D6-5B3E-484D-BF13-11669FEDB7B3}" type="parTrans" cxnId="{DC1D0B81-8FCD-485A-9C6D-90642B4EFB18}">
      <dgm:prSet/>
      <dgm:spPr/>
      <dgm:t>
        <a:bodyPr/>
        <a:lstStyle/>
        <a:p>
          <a:endParaRPr lang="en-US"/>
        </a:p>
      </dgm:t>
    </dgm:pt>
    <dgm:pt modelId="{CA00C853-B23E-475E-AB74-8EB1B8E9EAC5}" type="sibTrans" cxnId="{DC1D0B81-8FCD-485A-9C6D-90642B4EFB18}">
      <dgm:prSet/>
      <dgm:spPr/>
      <dgm:t>
        <a:bodyPr/>
        <a:lstStyle/>
        <a:p>
          <a:endParaRPr lang="en-US"/>
        </a:p>
      </dgm:t>
    </dgm:pt>
    <dgm:pt modelId="{9FC96AF4-14B9-446C-A839-447BE64BE769}" type="pres">
      <dgm:prSet presAssocID="{6B0D885F-4702-4310-AC65-58A3D2AD0E9D}" presName="linear" presStyleCnt="0">
        <dgm:presLayoutVars>
          <dgm:animLvl val="lvl"/>
          <dgm:resizeHandles val="exact"/>
        </dgm:presLayoutVars>
      </dgm:prSet>
      <dgm:spPr/>
    </dgm:pt>
    <dgm:pt modelId="{7828847A-3CE5-4839-843A-3D3036FF00B8}" type="pres">
      <dgm:prSet presAssocID="{F3A8C038-E6E7-4521-93B0-316E436BCB6D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D8E76BA-0F98-40EB-989B-86E75AA2F787}" type="pres">
      <dgm:prSet presAssocID="{44224DBF-F23A-451A-B57D-82F6D79E86BD}" presName="spacer" presStyleCnt="0"/>
      <dgm:spPr/>
    </dgm:pt>
    <dgm:pt modelId="{8F51548C-DFF1-4A7F-A13E-58E5F7E58720}" type="pres">
      <dgm:prSet presAssocID="{5684C7C9-42B3-42DC-87B5-5963B769124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C32B64E2-BB25-4411-BA2A-3986B21927BB}" type="pres">
      <dgm:prSet presAssocID="{B5519EBD-090E-4877-8C52-43BB402CA7CD}" presName="spacer" presStyleCnt="0"/>
      <dgm:spPr/>
    </dgm:pt>
    <dgm:pt modelId="{F98E0CE1-5D40-46F7-AD0C-A72C5CDE1BBA}" type="pres">
      <dgm:prSet presAssocID="{320A913C-0DEA-4217-91CF-24CCBFD7CD33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E0307B00-E12F-4451-B65C-7990D4B81A33}" type="pres">
      <dgm:prSet presAssocID="{B3F9032A-1351-453F-B1E7-ADA5C96DC28B}" presName="spacer" presStyleCnt="0"/>
      <dgm:spPr/>
    </dgm:pt>
    <dgm:pt modelId="{37B8B728-1E0B-481B-A5A1-148694361C63}" type="pres">
      <dgm:prSet presAssocID="{111D0070-A2C4-4D7B-BE09-3A9F5E49E9A2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19AB4BC-F503-4010-906F-8FC0E8D6CFDC}" type="pres">
      <dgm:prSet presAssocID="{9CB12D08-5FB4-4B53-A8E0-242871A78113}" presName="spacer" presStyleCnt="0"/>
      <dgm:spPr/>
    </dgm:pt>
    <dgm:pt modelId="{E4A25A2E-4A42-405E-BE14-B6D9E7EE874B}" type="pres">
      <dgm:prSet presAssocID="{FD4B42A9-86EB-43DA-ADC2-EBC0F7DE3B10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A01D800B-CA45-44E4-B0F1-9D661A955E6C}" type="pres">
      <dgm:prSet presAssocID="{C5BA22E7-7AF9-47B3-9B36-FF94FDBA966C}" presName="spacer" presStyleCnt="0"/>
      <dgm:spPr/>
    </dgm:pt>
    <dgm:pt modelId="{9DB3BCC3-118A-4E22-BA24-A342E4DB6B8D}" type="pres">
      <dgm:prSet presAssocID="{11F54C8B-56A2-4B35-9048-81194708BEF8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78D919D9-DE9B-4AD2-99ED-9A0356646CEB}" type="pres">
      <dgm:prSet presAssocID="{61D760E5-E8D1-4DDA-8D93-55FED93F1F26}" presName="spacer" presStyleCnt="0"/>
      <dgm:spPr/>
    </dgm:pt>
    <dgm:pt modelId="{D6E1A5AC-3586-47AE-B304-ED41CAF69901}" type="pres">
      <dgm:prSet presAssocID="{91D77C71-3129-4F2C-B2A3-CA2BDBD45BE7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6FBF2F47-57BE-401E-8BE5-5291A8FB8B57}" type="pres">
      <dgm:prSet presAssocID="{3E1EA275-0ACD-434C-A103-2E84BA5BECD1}" presName="spacer" presStyleCnt="0"/>
      <dgm:spPr/>
    </dgm:pt>
    <dgm:pt modelId="{70DFF413-9027-4FC3-BDAA-C443334D984D}" type="pres">
      <dgm:prSet presAssocID="{ACC9A241-5218-4B2E-900E-065B237E1C8C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8B88A05-4F5D-40B9-B632-3FE15FC1A147}" srcId="{6B0D885F-4702-4310-AC65-58A3D2AD0E9D}" destId="{11F54C8B-56A2-4B35-9048-81194708BEF8}" srcOrd="5" destOrd="0" parTransId="{E0416B6E-4818-4D63-815D-6AD5615A2631}" sibTransId="{61D760E5-E8D1-4DDA-8D93-55FED93F1F26}"/>
    <dgm:cxn modelId="{FEA87507-887F-4B13-919F-6A218096BA07}" srcId="{6B0D885F-4702-4310-AC65-58A3D2AD0E9D}" destId="{FD4B42A9-86EB-43DA-ADC2-EBC0F7DE3B10}" srcOrd="4" destOrd="0" parTransId="{F4928F6B-CD21-483D-908A-564492A888A2}" sibTransId="{C5BA22E7-7AF9-47B3-9B36-FF94FDBA966C}"/>
    <dgm:cxn modelId="{31567F1C-E798-4710-A1FD-A1C3A8A08063}" srcId="{6B0D885F-4702-4310-AC65-58A3D2AD0E9D}" destId="{F3A8C038-E6E7-4521-93B0-316E436BCB6D}" srcOrd="0" destOrd="0" parTransId="{4A772587-EAC6-41B2-85BA-6725929EFF67}" sibTransId="{44224DBF-F23A-451A-B57D-82F6D79E86BD}"/>
    <dgm:cxn modelId="{12850A32-FB1A-4FCA-814E-C9DA606F3EF4}" type="presOf" srcId="{320A913C-0DEA-4217-91CF-24CCBFD7CD33}" destId="{F98E0CE1-5D40-46F7-AD0C-A72C5CDE1BBA}" srcOrd="0" destOrd="0" presId="urn:microsoft.com/office/officeart/2005/8/layout/vList2"/>
    <dgm:cxn modelId="{3A06B333-D41F-4ABC-AE8D-81DCD99C36D7}" type="presOf" srcId="{11F54C8B-56A2-4B35-9048-81194708BEF8}" destId="{9DB3BCC3-118A-4E22-BA24-A342E4DB6B8D}" srcOrd="0" destOrd="0" presId="urn:microsoft.com/office/officeart/2005/8/layout/vList2"/>
    <dgm:cxn modelId="{F2D1B336-06F3-47AC-9005-12F8B2944E29}" type="presOf" srcId="{FD4B42A9-86EB-43DA-ADC2-EBC0F7DE3B10}" destId="{E4A25A2E-4A42-405E-BE14-B6D9E7EE874B}" srcOrd="0" destOrd="0" presId="urn:microsoft.com/office/officeart/2005/8/layout/vList2"/>
    <dgm:cxn modelId="{06B78B39-CCC5-43B6-A7E8-EC710803ADE6}" type="presOf" srcId="{111D0070-A2C4-4D7B-BE09-3A9F5E49E9A2}" destId="{37B8B728-1E0B-481B-A5A1-148694361C63}" srcOrd="0" destOrd="0" presId="urn:microsoft.com/office/officeart/2005/8/layout/vList2"/>
    <dgm:cxn modelId="{4E06145C-6A0B-423F-B7FB-114E777FB1CD}" type="presOf" srcId="{F3A8C038-E6E7-4521-93B0-316E436BCB6D}" destId="{7828847A-3CE5-4839-843A-3D3036FF00B8}" srcOrd="0" destOrd="0" presId="urn:microsoft.com/office/officeart/2005/8/layout/vList2"/>
    <dgm:cxn modelId="{86482B64-C87E-4855-A32E-2073A06CC3AC}" srcId="{6B0D885F-4702-4310-AC65-58A3D2AD0E9D}" destId="{91D77C71-3129-4F2C-B2A3-CA2BDBD45BE7}" srcOrd="6" destOrd="0" parTransId="{5126A2DC-1D06-4F9D-89FB-626DD2FA36EC}" sibTransId="{3E1EA275-0ACD-434C-A103-2E84BA5BECD1}"/>
    <dgm:cxn modelId="{18D7EC72-C3A6-4AA5-9B69-19B86B83245C}" srcId="{6B0D885F-4702-4310-AC65-58A3D2AD0E9D}" destId="{111D0070-A2C4-4D7B-BE09-3A9F5E49E9A2}" srcOrd="3" destOrd="0" parTransId="{B9591EB4-E5FE-4875-B9E0-DE6A416FC851}" sibTransId="{9CB12D08-5FB4-4B53-A8E0-242871A78113}"/>
    <dgm:cxn modelId="{104F5C78-067F-45D9-99C2-B1135D1B033F}" type="presOf" srcId="{6B0D885F-4702-4310-AC65-58A3D2AD0E9D}" destId="{9FC96AF4-14B9-446C-A839-447BE64BE769}" srcOrd="0" destOrd="0" presId="urn:microsoft.com/office/officeart/2005/8/layout/vList2"/>
    <dgm:cxn modelId="{252D327B-821B-40D3-850F-2C360CE978C8}" srcId="{6B0D885F-4702-4310-AC65-58A3D2AD0E9D}" destId="{320A913C-0DEA-4217-91CF-24CCBFD7CD33}" srcOrd="2" destOrd="0" parTransId="{4D658551-BC9F-4F53-AA1E-8AF2ED50CCAB}" sibTransId="{B3F9032A-1351-453F-B1E7-ADA5C96DC28B}"/>
    <dgm:cxn modelId="{DC1D0B81-8FCD-485A-9C6D-90642B4EFB18}" srcId="{6B0D885F-4702-4310-AC65-58A3D2AD0E9D}" destId="{ACC9A241-5218-4B2E-900E-065B237E1C8C}" srcOrd="7" destOrd="0" parTransId="{13D5E9D6-5B3E-484D-BF13-11669FEDB7B3}" sibTransId="{CA00C853-B23E-475E-AB74-8EB1B8E9EAC5}"/>
    <dgm:cxn modelId="{3D573A85-CE1D-4A93-AFC6-2DEC19FC5F3F}" type="presOf" srcId="{91D77C71-3129-4F2C-B2A3-CA2BDBD45BE7}" destId="{D6E1A5AC-3586-47AE-B304-ED41CAF69901}" srcOrd="0" destOrd="0" presId="urn:microsoft.com/office/officeart/2005/8/layout/vList2"/>
    <dgm:cxn modelId="{FBEFECAE-64F3-453F-A08B-510C55E1D327}" type="presOf" srcId="{5684C7C9-42B3-42DC-87B5-5963B7691245}" destId="{8F51548C-DFF1-4A7F-A13E-58E5F7E58720}" srcOrd="0" destOrd="0" presId="urn:microsoft.com/office/officeart/2005/8/layout/vList2"/>
    <dgm:cxn modelId="{702ECDD4-47BF-4A3B-A7BE-CCFFE171C7DF}" srcId="{6B0D885F-4702-4310-AC65-58A3D2AD0E9D}" destId="{5684C7C9-42B3-42DC-87B5-5963B7691245}" srcOrd="1" destOrd="0" parTransId="{DA720A07-293F-446E-92EF-96D28D286B41}" sibTransId="{B5519EBD-090E-4877-8C52-43BB402CA7CD}"/>
    <dgm:cxn modelId="{14D59BE8-5B54-4D3A-B899-6A9915A70796}" type="presOf" srcId="{ACC9A241-5218-4B2E-900E-065B237E1C8C}" destId="{70DFF413-9027-4FC3-BDAA-C443334D984D}" srcOrd="0" destOrd="0" presId="urn:microsoft.com/office/officeart/2005/8/layout/vList2"/>
    <dgm:cxn modelId="{9D2AD2E2-1721-4B7D-826E-FCE391CA701D}" type="presParOf" srcId="{9FC96AF4-14B9-446C-A839-447BE64BE769}" destId="{7828847A-3CE5-4839-843A-3D3036FF00B8}" srcOrd="0" destOrd="0" presId="urn:microsoft.com/office/officeart/2005/8/layout/vList2"/>
    <dgm:cxn modelId="{35B457E7-5CE6-441A-8A48-599F4FF3AEB9}" type="presParOf" srcId="{9FC96AF4-14B9-446C-A839-447BE64BE769}" destId="{3D8E76BA-0F98-40EB-989B-86E75AA2F787}" srcOrd="1" destOrd="0" presId="urn:microsoft.com/office/officeart/2005/8/layout/vList2"/>
    <dgm:cxn modelId="{AF2EE896-145B-4E35-90D0-0E04168588C2}" type="presParOf" srcId="{9FC96AF4-14B9-446C-A839-447BE64BE769}" destId="{8F51548C-DFF1-4A7F-A13E-58E5F7E58720}" srcOrd="2" destOrd="0" presId="urn:microsoft.com/office/officeart/2005/8/layout/vList2"/>
    <dgm:cxn modelId="{311FB7C1-3FC4-4330-A047-A3AECE7A2B60}" type="presParOf" srcId="{9FC96AF4-14B9-446C-A839-447BE64BE769}" destId="{C32B64E2-BB25-4411-BA2A-3986B21927BB}" srcOrd="3" destOrd="0" presId="urn:microsoft.com/office/officeart/2005/8/layout/vList2"/>
    <dgm:cxn modelId="{E87EAF7A-C61A-4C89-9067-3A53EC0EC8F1}" type="presParOf" srcId="{9FC96AF4-14B9-446C-A839-447BE64BE769}" destId="{F98E0CE1-5D40-46F7-AD0C-A72C5CDE1BBA}" srcOrd="4" destOrd="0" presId="urn:microsoft.com/office/officeart/2005/8/layout/vList2"/>
    <dgm:cxn modelId="{26FFF868-69A5-4028-BAB2-639A0103C913}" type="presParOf" srcId="{9FC96AF4-14B9-446C-A839-447BE64BE769}" destId="{E0307B00-E12F-4451-B65C-7990D4B81A33}" srcOrd="5" destOrd="0" presId="urn:microsoft.com/office/officeart/2005/8/layout/vList2"/>
    <dgm:cxn modelId="{9882008E-E8B4-4B4D-90BC-E23482E25FB2}" type="presParOf" srcId="{9FC96AF4-14B9-446C-A839-447BE64BE769}" destId="{37B8B728-1E0B-481B-A5A1-148694361C63}" srcOrd="6" destOrd="0" presId="urn:microsoft.com/office/officeart/2005/8/layout/vList2"/>
    <dgm:cxn modelId="{90E644CE-FC6B-4EDD-8B46-56F522A7C825}" type="presParOf" srcId="{9FC96AF4-14B9-446C-A839-447BE64BE769}" destId="{419AB4BC-F503-4010-906F-8FC0E8D6CFDC}" srcOrd="7" destOrd="0" presId="urn:microsoft.com/office/officeart/2005/8/layout/vList2"/>
    <dgm:cxn modelId="{9281B8E2-43A4-4EEB-9F2F-A9CC53003FF0}" type="presParOf" srcId="{9FC96AF4-14B9-446C-A839-447BE64BE769}" destId="{E4A25A2E-4A42-405E-BE14-B6D9E7EE874B}" srcOrd="8" destOrd="0" presId="urn:microsoft.com/office/officeart/2005/8/layout/vList2"/>
    <dgm:cxn modelId="{0DD91642-964A-44EE-BE6B-DEC1D324B405}" type="presParOf" srcId="{9FC96AF4-14B9-446C-A839-447BE64BE769}" destId="{A01D800B-CA45-44E4-B0F1-9D661A955E6C}" srcOrd="9" destOrd="0" presId="urn:microsoft.com/office/officeart/2005/8/layout/vList2"/>
    <dgm:cxn modelId="{F8A780F0-4655-40D6-A1BF-48DF07B21184}" type="presParOf" srcId="{9FC96AF4-14B9-446C-A839-447BE64BE769}" destId="{9DB3BCC3-118A-4E22-BA24-A342E4DB6B8D}" srcOrd="10" destOrd="0" presId="urn:microsoft.com/office/officeart/2005/8/layout/vList2"/>
    <dgm:cxn modelId="{B5A6D37C-2E34-49A5-A132-5FF6D901E62B}" type="presParOf" srcId="{9FC96AF4-14B9-446C-A839-447BE64BE769}" destId="{78D919D9-DE9B-4AD2-99ED-9A0356646CEB}" srcOrd="11" destOrd="0" presId="urn:microsoft.com/office/officeart/2005/8/layout/vList2"/>
    <dgm:cxn modelId="{F019167D-AF83-48A8-BA91-0608E8D5D1F9}" type="presParOf" srcId="{9FC96AF4-14B9-446C-A839-447BE64BE769}" destId="{D6E1A5AC-3586-47AE-B304-ED41CAF69901}" srcOrd="12" destOrd="0" presId="urn:microsoft.com/office/officeart/2005/8/layout/vList2"/>
    <dgm:cxn modelId="{F42D2363-7EB7-4C48-B2AD-8B4B3C0D660B}" type="presParOf" srcId="{9FC96AF4-14B9-446C-A839-447BE64BE769}" destId="{6FBF2F47-57BE-401E-8BE5-5291A8FB8B57}" srcOrd="13" destOrd="0" presId="urn:microsoft.com/office/officeart/2005/8/layout/vList2"/>
    <dgm:cxn modelId="{EEF12CDD-680D-40F7-B8F9-5729CF0745B9}" type="presParOf" srcId="{9FC96AF4-14B9-446C-A839-447BE64BE769}" destId="{70DFF413-9027-4FC3-BDAA-C443334D984D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B8FD28-52A7-479E-BC31-FDF4B9B9D21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59B55D6-865D-4AF7-8C16-60F57D0EFB60}">
      <dgm:prSet/>
      <dgm:spPr/>
      <dgm:t>
        <a:bodyPr/>
        <a:lstStyle/>
        <a:p>
          <a:r>
            <a:rPr lang="en-US" b="1"/>
            <a:t>User-Facing Features</a:t>
          </a:r>
          <a:endParaRPr lang="en-US"/>
        </a:p>
      </dgm:t>
    </dgm:pt>
    <dgm:pt modelId="{AF9463C7-0CE8-450A-BFDE-4E10D6EBEFC2}" type="parTrans" cxnId="{1D1213EA-59A8-48C0-A67E-5422D4A72970}">
      <dgm:prSet/>
      <dgm:spPr/>
      <dgm:t>
        <a:bodyPr/>
        <a:lstStyle/>
        <a:p>
          <a:endParaRPr lang="en-US"/>
        </a:p>
      </dgm:t>
    </dgm:pt>
    <dgm:pt modelId="{48C380F3-5FB6-471F-842A-EFD13AE133CB}" type="sibTrans" cxnId="{1D1213EA-59A8-48C0-A67E-5422D4A72970}">
      <dgm:prSet/>
      <dgm:spPr/>
      <dgm:t>
        <a:bodyPr/>
        <a:lstStyle/>
        <a:p>
          <a:endParaRPr lang="en-US"/>
        </a:p>
      </dgm:t>
    </dgm:pt>
    <dgm:pt modelId="{ED4216CB-2ED8-4361-BEA2-390AE319D393}">
      <dgm:prSet/>
      <dgm:spPr/>
      <dgm:t>
        <a:bodyPr/>
        <a:lstStyle/>
        <a:p>
          <a:r>
            <a:rPr lang="en-US" b="1"/>
            <a:t>🔐 User Authentication</a:t>
          </a:r>
          <a:endParaRPr lang="en-US"/>
        </a:p>
      </dgm:t>
    </dgm:pt>
    <dgm:pt modelId="{40E613BC-B5FD-4D6D-A42B-9120B958D619}" type="parTrans" cxnId="{9FE6AC83-0381-4E10-B83D-24E9B12DAEE1}">
      <dgm:prSet/>
      <dgm:spPr/>
      <dgm:t>
        <a:bodyPr/>
        <a:lstStyle/>
        <a:p>
          <a:endParaRPr lang="en-US"/>
        </a:p>
      </dgm:t>
    </dgm:pt>
    <dgm:pt modelId="{028D0569-D42F-4071-80CA-61A921A6A68D}" type="sibTrans" cxnId="{9FE6AC83-0381-4E10-B83D-24E9B12DAEE1}">
      <dgm:prSet/>
      <dgm:spPr/>
      <dgm:t>
        <a:bodyPr/>
        <a:lstStyle/>
        <a:p>
          <a:endParaRPr lang="en-US"/>
        </a:p>
      </dgm:t>
    </dgm:pt>
    <dgm:pt modelId="{23DFF96E-A1A2-4694-A3B9-790347FE8083}">
      <dgm:prSet/>
      <dgm:spPr/>
      <dgm:t>
        <a:bodyPr/>
        <a:lstStyle/>
        <a:p>
          <a:r>
            <a:rPr lang="en-US"/>
            <a:t>Secure registration &amp; login system</a:t>
          </a:r>
        </a:p>
      </dgm:t>
    </dgm:pt>
    <dgm:pt modelId="{7010BFB2-8A62-4E24-8AAE-A380A247A95B}" type="parTrans" cxnId="{EB95C7A7-35BC-44A3-B5F4-F926D720B6B8}">
      <dgm:prSet/>
      <dgm:spPr/>
      <dgm:t>
        <a:bodyPr/>
        <a:lstStyle/>
        <a:p>
          <a:endParaRPr lang="en-US"/>
        </a:p>
      </dgm:t>
    </dgm:pt>
    <dgm:pt modelId="{D749CBE3-0AC5-4501-B025-9BAB41338B5C}" type="sibTrans" cxnId="{EB95C7A7-35BC-44A3-B5F4-F926D720B6B8}">
      <dgm:prSet/>
      <dgm:spPr/>
      <dgm:t>
        <a:bodyPr/>
        <a:lstStyle/>
        <a:p>
          <a:endParaRPr lang="en-US"/>
        </a:p>
      </dgm:t>
    </dgm:pt>
    <dgm:pt modelId="{9CA52593-A2FB-4D36-9F0D-22CD6F432534}">
      <dgm:prSet/>
      <dgm:spPr/>
      <dgm:t>
        <a:bodyPr/>
        <a:lstStyle/>
        <a:p>
          <a:r>
            <a:rPr lang="en-US"/>
            <a:t>Password encryption &amp; session management</a:t>
          </a:r>
        </a:p>
      </dgm:t>
    </dgm:pt>
    <dgm:pt modelId="{F50AB39B-D01A-49D9-A323-49F0AAAEDE7F}" type="parTrans" cxnId="{0CE14386-C6F0-4A94-8B05-CBCD04442990}">
      <dgm:prSet/>
      <dgm:spPr/>
      <dgm:t>
        <a:bodyPr/>
        <a:lstStyle/>
        <a:p>
          <a:endParaRPr lang="en-US"/>
        </a:p>
      </dgm:t>
    </dgm:pt>
    <dgm:pt modelId="{EE6891CF-F663-454C-A25C-17972AB44323}" type="sibTrans" cxnId="{0CE14386-C6F0-4A94-8B05-CBCD04442990}">
      <dgm:prSet/>
      <dgm:spPr/>
      <dgm:t>
        <a:bodyPr/>
        <a:lstStyle/>
        <a:p>
          <a:endParaRPr lang="en-US"/>
        </a:p>
      </dgm:t>
    </dgm:pt>
    <dgm:pt modelId="{0D097990-ACB7-4286-B2F7-9856C30C1287}">
      <dgm:prSet/>
      <dgm:spPr/>
      <dgm:t>
        <a:bodyPr/>
        <a:lstStyle/>
        <a:p>
          <a:r>
            <a:rPr lang="en-US"/>
            <a:t>Profile management dashboard</a:t>
          </a:r>
        </a:p>
      </dgm:t>
    </dgm:pt>
    <dgm:pt modelId="{D55D25C8-37CE-460B-81B3-59EC50E0D4EC}" type="parTrans" cxnId="{AF3DC3F6-AF3F-43F9-B228-06776C11F294}">
      <dgm:prSet/>
      <dgm:spPr/>
      <dgm:t>
        <a:bodyPr/>
        <a:lstStyle/>
        <a:p>
          <a:endParaRPr lang="en-US"/>
        </a:p>
      </dgm:t>
    </dgm:pt>
    <dgm:pt modelId="{BC5CEDA9-6FA1-4A5F-81B6-1B59E7917315}" type="sibTrans" cxnId="{AF3DC3F6-AF3F-43F9-B228-06776C11F294}">
      <dgm:prSet/>
      <dgm:spPr/>
      <dgm:t>
        <a:bodyPr/>
        <a:lstStyle/>
        <a:p>
          <a:endParaRPr lang="en-US"/>
        </a:p>
      </dgm:t>
    </dgm:pt>
    <dgm:pt modelId="{53AFC5EC-1278-413B-A423-1AB58312F62E}">
      <dgm:prSet/>
      <dgm:spPr/>
      <dgm:t>
        <a:bodyPr/>
        <a:lstStyle/>
        <a:p>
          <a:r>
            <a:rPr lang="en-US" b="1"/>
            <a:t>🛍️ Shopping Experience</a:t>
          </a:r>
          <a:endParaRPr lang="en-US"/>
        </a:p>
      </dgm:t>
    </dgm:pt>
    <dgm:pt modelId="{CF4FDDDF-09AD-4662-9DDB-D86DD41FE659}" type="parTrans" cxnId="{D7A8AAE8-940B-40DF-B237-06B3799A3242}">
      <dgm:prSet/>
      <dgm:spPr/>
      <dgm:t>
        <a:bodyPr/>
        <a:lstStyle/>
        <a:p>
          <a:endParaRPr lang="en-US"/>
        </a:p>
      </dgm:t>
    </dgm:pt>
    <dgm:pt modelId="{62D39916-E412-4D65-83D3-602037DDE35D}" type="sibTrans" cxnId="{D7A8AAE8-940B-40DF-B237-06B3799A3242}">
      <dgm:prSet/>
      <dgm:spPr/>
      <dgm:t>
        <a:bodyPr/>
        <a:lstStyle/>
        <a:p>
          <a:endParaRPr lang="en-US"/>
        </a:p>
      </dgm:t>
    </dgm:pt>
    <dgm:pt modelId="{93E53A3C-87C0-462C-B193-34A4B3805E48}">
      <dgm:prSet/>
      <dgm:spPr/>
      <dgm:t>
        <a:bodyPr/>
        <a:lstStyle/>
        <a:p>
          <a:r>
            <a:rPr lang="en-US"/>
            <a:t>Product catalog with categories</a:t>
          </a:r>
        </a:p>
      </dgm:t>
    </dgm:pt>
    <dgm:pt modelId="{EF6E204D-7B6D-47D6-98B2-C2CFB810849B}" type="parTrans" cxnId="{5E5F2FEB-6BC5-42C4-BF8C-015417467AEA}">
      <dgm:prSet/>
      <dgm:spPr/>
      <dgm:t>
        <a:bodyPr/>
        <a:lstStyle/>
        <a:p>
          <a:endParaRPr lang="en-US"/>
        </a:p>
      </dgm:t>
    </dgm:pt>
    <dgm:pt modelId="{0C73C4B3-49BC-4DAA-9869-1E6D12D1A2C3}" type="sibTrans" cxnId="{5E5F2FEB-6BC5-42C4-BF8C-015417467AEA}">
      <dgm:prSet/>
      <dgm:spPr/>
      <dgm:t>
        <a:bodyPr/>
        <a:lstStyle/>
        <a:p>
          <a:endParaRPr lang="en-US"/>
        </a:p>
      </dgm:t>
    </dgm:pt>
    <dgm:pt modelId="{287C484C-0047-4B96-A088-28D70075375E}">
      <dgm:prSet/>
      <dgm:spPr/>
      <dgm:t>
        <a:bodyPr/>
        <a:lstStyle/>
        <a:p>
          <a:r>
            <a:rPr lang="en-US"/>
            <a:t>Advanced search &amp; filtering</a:t>
          </a:r>
        </a:p>
      </dgm:t>
    </dgm:pt>
    <dgm:pt modelId="{62666B6D-73C2-41F6-A412-F4E56A606B27}" type="parTrans" cxnId="{F7853382-B46F-44BF-9DD3-27231D4912BB}">
      <dgm:prSet/>
      <dgm:spPr/>
      <dgm:t>
        <a:bodyPr/>
        <a:lstStyle/>
        <a:p>
          <a:endParaRPr lang="en-US"/>
        </a:p>
      </dgm:t>
    </dgm:pt>
    <dgm:pt modelId="{7B526A63-25D4-41CB-BF06-C90874B8405B}" type="sibTrans" cxnId="{F7853382-B46F-44BF-9DD3-27231D4912BB}">
      <dgm:prSet/>
      <dgm:spPr/>
      <dgm:t>
        <a:bodyPr/>
        <a:lstStyle/>
        <a:p>
          <a:endParaRPr lang="en-US"/>
        </a:p>
      </dgm:t>
    </dgm:pt>
    <dgm:pt modelId="{0EEB7174-29B5-43DE-81FB-9E3EE968626C}">
      <dgm:prSet/>
      <dgm:spPr/>
      <dgm:t>
        <a:bodyPr/>
        <a:lstStyle/>
        <a:p>
          <a:r>
            <a:rPr lang="en-US"/>
            <a:t>Shopping cart functionality</a:t>
          </a:r>
        </a:p>
      </dgm:t>
    </dgm:pt>
    <dgm:pt modelId="{DEC0304D-10F5-47E5-BA1D-CB9A010CD686}" type="parTrans" cxnId="{A1A464A2-F538-4A22-9E0B-8903830EBCB1}">
      <dgm:prSet/>
      <dgm:spPr/>
      <dgm:t>
        <a:bodyPr/>
        <a:lstStyle/>
        <a:p>
          <a:endParaRPr lang="en-US"/>
        </a:p>
      </dgm:t>
    </dgm:pt>
    <dgm:pt modelId="{0D236706-F17D-41D2-87F9-356C5A9C3E31}" type="sibTrans" cxnId="{A1A464A2-F538-4A22-9E0B-8903830EBCB1}">
      <dgm:prSet/>
      <dgm:spPr/>
      <dgm:t>
        <a:bodyPr/>
        <a:lstStyle/>
        <a:p>
          <a:endParaRPr lang="en-US"/>
        </a:p>
      </dgm:t>
    </dgm:pt>
    <dgm:pt modelId="{81049719-4004-4867-BA5E-3CFFC34E233C}">
      <dgm:prSet/>
      <dgm:spPr/>
      <dgm:t>
        <a:bodyPr/>
        <a:lstStyle/>
        <a:p>
          <a:r>
            <a:rPr lang="en-US"/>
            <a:t>Wishlist management</a:t>
          </a:r>
        </a:p>
      </dgm:t>
    </dgm:pt>
    <dgm:pt modelId="{D7B5BE8C-2C4D-492B-8BDC-82FC98FE9103}" type="parTrans" cxnId="{EEEF73A7-7181-4683-8A36-B2DB023DD01A}">
      <dgm:prSet/>
      <dgm:spPr/>
      <dgm:t>
        <a:bodyPr/>
        <a:lstStyle/>
        <a:p>
          <a:endParaRPr lang="en-US"/>
        </a:p>
      </dgm:t>
    </dgm:pt>
    <dgm:pt modelId="{0655D3AC-8608-41F3-9F3C-37B792F34219}" type="sibTrans" cxnId="{EEEF73A7-7181-4683-8A36-B2DB023DD01A}">
      <dgm:prSet/>
      <dgm:spPr/>
      <dgm:t>
        <a:bodyPr/>
        <a:lstStyle/>
        <a:p>
          <a:endParaRPr lang="en-US"/>
        </a:p>
      </dgm:t>
    </dgm:pt>
    <dgm:pt modelId="{381835D6-3AD4-46A2-8BA8-651384A9D7DC}" type="pres">
      <dgm:prSet presAssocID="{15B8FD28-52A7-479E-BC31-FDF4B9B9D214}" presName="linear" presStyleCnt="0">
        <dgm:presLayoutVars>
          <dgm:animLvl val="lvl"/>
          <dgm:resizeHandles val="exact"/>
        </dgm:presLayoutVars>
      </dgm:prSet>
      <dgm:spPr/>
    </dgm:pt>
    <dgm:pt modelId="{779E1AB4-2E74-42CB-A75E-89FC40F5173D}" type="pres">
      <dgm:prSet presAssocID="{C59B55D6-865D-4AF7-8C16-60F57D0EFB60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69D30325-75D3-421A-8FAB-8E52C2D1E847}" type="pres">
      <dgm:prSet presAssocID="{48C380F3-5FB6-471F-842A-EFD13AE133CB}" presName="spacer" presStyleCnt="0"/>
      <dgm:spPr/>
    </dgm:pt>
    <dgm:pt modelId="{A16984E3-3534-4B99-B6D8-54D34D89CA19}" type="pres">
      <dgm:prSet presAssocID="{ED4216CB-2ED8-4361-BEA2-390AE319D393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1D2AF9A8-BFBF-4EF9-9D2B-FA9269996E47}" type="pres">
      <dgm:prSet presAssocID="{028D0569-D42F-4071-80CA-61A921A6A68D}" presName="spacer" presStyleCnt="0"/>
      <dgm:spPr/>
    </dgm:pt>
    <dgm:pt modelId="{BE728210-AC06-4E3C-B001-99C872A63574}" type="pres">
      <dgm:prSet presAssocID="{23DFF96E-A1A2-4694-A3B9-790347FE8083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1D4E925D-EF81-4BAD-A99C-C3783B82FC66}" type="pres">
      <dgm:prSet presAssocID="{D749CBE3-0AC5-4501-B025-9BAB41338B5C}" presName="spacer" presStyleCnt="0"/>
      <dgm:spPr/>
    </dgm:pt>
    <dgm:pt modelId="{B943A37C-E242-4BB7-9D8E-412FB8CA9F53}" type="pres">
      <dgm:prSet presAssocID="{9CA52593-A2FB-4D36-9F0D-22CD6F432534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6F5F4C16-F2C2-4807-B2D6-E45C8F0167A0}" type="pres">
      <dgm:prSet presAssocID="{EE6891CF-F663-454C-A25C-17972AB44323}" presName="spacer" presStyleCnt="0"/>
      <dgm:spPr/>
    </dgm:pt>
    <dgm:pt modelId="{4DFB8DE9-D994-42AB-92D0-279163233503}" type="pres">
      <dgm:prSet presAssocID="{0D097990-ACB7-4286-B2F7-9856C30C1287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7CD385D3-B689-4210-8064-1BE0A7EFC656}" type="pres">
      <dgm:prSet presAssocID="{BC5CEDA9-6FA1-4A5F-81B6-1B59E7917315}" presName="spacer" presStyleCnt="0"/>
      <dgm:spPr/>
    </dgm:pt>
    <dgm:pt modelId="{D288B2D7-D1CA-4D4F-A1B9-F324D39011FE}" type="pres">
      <dgm:prSet presAssocID="{53AFC5EC-1278-413B-A423-1AB58312F62E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FEC4E806-DACF-4D54-B91D-061E57BB30AB}" type="pres">
      <dgm:prSet presAssocID="{62D39916-E412-4D65-83D3-602037DDE35D}" presName="spacer" presStyleCnt="0"/>
      <dgm:spPr/>
    </dgm:pt>
    <dgm:pt modelId="{4E3ADD51-779D-4511-84A4-374910DF8A88}" type="pres">
      <dgm:prSet presAssocID="{93E53A3C-87C0-462C-B193-34A4B3805E48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4790FD9B-D580-4662-B83C-F56E3C447473}" type="pres">
      <dgm:prSet presAssocID="{0C73C4B3-49BC-4DAA-9869-1E6D12D1A2C3}" presName="spacer" presStyleCnt="0"/>
      <dgm:spPr/>
    </dgm:pt>
    <dgm:pt modelId="{A2EFF1C1-4A48-4B62-99CC-3BF1D8E949F0}" type="pres">
      <dgm:prSet presAssocID="{287C484C-0047-4B96-A088-28D70075375E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9300D9CB-CDF7-4EE3-980C-4F2FEE232E18}" type="pres">
      <dgm:prSet presAssocID="{7B526A63-25D4-41CB-BF06-C90874B8405B}" presName="spacer" presStyleCnt="0"/>
      <dgm:spPr/>
    </dgm:pt>
    <dgm:pt modelId="{3688BC86-0B9A-4F3D-A454-F2BCDA7143F4}" type="pres">
      <dgm:prSet presAssocID="{0EEB7174-29B5-43DE-81FB-9E3EE968626C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E8BF82E6-86B9-4A8E-B855-D25AD9DAC550}" type="pres">
      <dgm:prSet presAssocID="{0D236706-F17D-41D2-87F9-356C5A9C3E31}" presName="spacer" presStyleCnt="0"/>
      <dgm:spPr/>
    </dgm:pt>
    <dgm:pt modelId="{6F7B2EC1-4F15-4655-A0CA-D78A57E4D6E1}" type="pres">
      <dgm:prSet presAssocID="{81049719-4004-4867-BA5E-3CFFC34E233C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042C2D0A-9FD1-4B7F-9FEA-1C138BCAFF44}" type="presOf" srcId="{0EEB7174-29B5-43DE-81FB-9E3EE968626C}" destId="{3688BC86-0B9A-4F3D-A454-F2BCDA7143F4}" srcOrd="0" destOrd="0" presId="urn:microsoft.com/office/officeart/2005/8/layout/vList2"/>
    <dgm:cxn modelId="{9B6EF716-B64B-4393-B169-213C6CA4B26F}" type="presOf" srcId="{15B8FD28-52A7-479E-BC31-FDF4B9B9D214}" destId="{381835D6-3AD4-46A2-8BA8-651384A9D7DC}" srcOrd="0" destOrd="0" presId="urn:microsoft.com/office/officeart/2005/8/layout/vList2"/>
    <dgm:cxn modelId="{A312C922-A334-4E37-AC9B-8E68B4219FA5}" type="presOf" srcId="{C59B55D6-865D-4AF7-8C16-60F57D0EFB60}" destId="{779E1AB4-2E74-42CB-A75E-89FC40F5173D}" srcOrd="0" destOrd="0" presId="urn:microsoft.com/office/officeart/2005/8/layout/vList2"/>
    <dgm:cxn modelId="{F7853382-B46F-44BF-9DD3-27231D4912BB}" srcId="{15B8FD28-52A7-479E-BC31-FDF4B9B9D214}" destId="{287C484C-0047-4B96-A088-28D70075375E}" srcOrd="7" destOrd="0" parTransId="{62666B6D-73C2-41F6-A412-F4E56A606B27}" sibTransId="{7B526A63-25D4-41CB-BF06-C90874B8405B}"/>
    <dgm:cxn modelId="{9FE6AC83-0381-4E10-B83D-24E9B12DAEE1}" srcId="{15B8FD28-52A7-479E-BC31-FDF4B9B9D214}" destId="{ED4216CB-2ED8-4361-BEA2-390AE319D393}" srcOrd="1" destOrd="0" parTransId="{40E613BC-B5FD-4D6D-A42B-9120B958D619}" sibTransId="{028D0569-D42F-4071-80CA-61A921A6A68D}"/>
    <dgm:cxn modelId="{0CE14386-C6F0-4A94-8B05-CBCD04442990}" srcId="{15B8FD28-52A7-479E-BC31-FDF4B9B9D214}" destId="{9CA52593-A2FB-4D36-9F0D-22CD6F432534}" srcOrd="3" destOrd="0" parTransId="{F50AB39B-D01A-49D9-A323-49F0AAAEDE7F}" sibTransId="{EE6891CF-F663-454C-A25C-17972AB44323}"/>
    <dgm:cxn modelId="{05C9278C-5C0F-4869-B90D-076F7AD58D46}" type="presOf" srcId="{0D097990-ACB7-4286-B2F7-9856C30C1287}" destId="{4DFB8DE9-D994-42AB-92D0-279163233503}" srcOrd="0" destOrd="0" presId="urn:microsoft.com/office/officeart/2005/8/layout/vList2"/>
    <dgm:cxn modelId="{92BD5895-F475-4A8B-AC47-DBBDB50F6963}" type="presOf" srcId="{9CA52593-A2FB-4D36-9F0D-22CD6F432534}" destId="{B943A37C-E242-4BB7-9D8E-412FB8CA9F53}" srcOrd="0" destOrd="0" presId="urn:microsoft.com/office/officeart/2005/8/layout/vList2"/>
    <dgm:cxn modelId="{B59EA996-6549-474F-9633-D6A95E945876}" type="presOf" srcId="{ED4216CB-2ED8-4361-BEA2-390AE319D393}" destId="{A16984E3-3534-4B99-B6D8-54D34D89CA19}" srcOrd="0" destOrd="0" presId="urn:microsoft.com/office/officeart/2005/8/layout/vList2"/>
    <dgm:cxn modelId="{2F552899-654F-4D09-B349-221366193F56}" type="presOf" srcId="{23DFF96E-A1A2-4694-A3B9-790347FE8083}" destId="{BE728210-AC06-4E3C-B001-99C872A63574}" srcOrd="0" destOrd="0" presId="urn:microsoft.com/office/officeart/2005/8/layout/vList2"/>
    <dgm:cxn modelId="{A1A464A2-F538-4A22-9E0B-8903830EBCB1}" srcId="{15B8FD28-52A7-479E-BC31-FDF4B9B9D214}" destId="{0EEB7174-29B5-43DE-81FB-9E3EE968626C}" srcOrd="8" destOrd="0" parTransId="{DEC0304D-10F5-47E5-BA1D-CB9A010CD686}" sibTransId="{0D236706-F17D-41D2-87F9-356C5A9C3E31}"/>
    <dgm:cxn modelId="{EEEF73A7-7181-4683-8A36-B2DB023DD01A}" srcId="{15B8FD28-52A7-479E-BC31-FDF4B9B9D214}" destId="{81049719-4004-4867-BA5E-3CFFC34E233C}" srcOrd="9" destOrd="0" parTransId="{D7B5BE8C-2C4D-492B-8BDC-82FC98FE9103}" sibTransId="{0655D3AC-8608-41F3-9F3C-37B792F34219}"/>
    <dgm:cxn modelId="{EB95C7A7-35BC-44A3-B5F4-F926D720B6B8}" srcId="{15B8FD28-52A7-479E-BC31-FDF4B9B9D214}" destId="{23DFF96E-A1A2-4694-A3B9-790347FE8083}" srcOrd="2" destOrd="0" parTransId="{7010BFB2-8A62-4E24-8AAE-A380A247A95B}" sibTransId="{D749CBE3-0AC5-4501-B025-9BAB41338B5C}"/>
    <dgm:cxn modelId="{F5F2FFC4-0A3B-4910-A3D8-6921B695E019}" type="presOf" srcId="{93E53A3C-87C0-462C-B193-34A4B3805E48}" destId="{4E3ADD51-779D-4511-84A4-374910DF8A88}" srcOrd="0" destOrd="0" presId="urn:microsoft.com/office/officeart/2005/8/layout/vList2"/>
    <dgm:cxn modelId="{611E13D4-2E7E-491A-B40D-2EF22E26F8E1}" type="presOf" srcId="{53AFC5EC-1278-413B-A423-1AB58312F62E}" destId="{D288B2D7-D1CA-4D4F-A1B9-F324D39011FE}" srcOrd="0" destOrd="0" presId="urn:microsoft.com/office/officeart/2005/8/layout/vList2"/>
    <dgm:cxn modelId="{7B7D32D5-BC11-4B8E-B536-B019AF5261E5}" type="presOf" srcId="{287C484C-0047-4B96-A088-28D70075375E}" destId="{A2EFF1C1-4A48-4B62-99CC-3BF1D8E949F0}" srcOrd="0" destOrd="0" presId="urn:microsoft.com/office/officeart/2005/8/layout/vList2"/>
    <dgm:cxn modelId="{D7A8AAE8-940B-40DF-B237-06B3799A3242}" srcId="{15B8FD28-52A7-479E-BC31-FDF4B9B9D214}" destId="{53AFC5EC-1278-413B-A423-1AB58312F62E}" srcOrd="5" destOrd="0" parTransId="{CF4FDDDF-09AD-4662-9DDB-D86DD41FE659}" sibTransId="{62D39916-E412-4D65-83D3-602037DDE35D}"/>
    <dgm:cxn modelId="{1D1213EA-59A8-48C0-A67E-5422D4A72970}" srcId="{15B8FD28-52A7-479E-BC31-FDF4B9B9D214}" destId="{C59B55D6-865D-4AF7-8C16-60F57D0EFB60}" srcOrd="0" destOrd="0" parTransId="{AF9463C7-0CE8-450A-BFDE-4E10D6EBEFC2}" sibTransId="{48C380F3-5FB6-471F-842A-EFD13AE133CB}"/>
    <dgm:cxn modelId="{5E5F2FEB-6BC5-42C4-BF8C-015417467AEA}" srcId="{15B8FD28-52A7-479E-BC31-FDF4B9B9D214}" destId="{93E53A3C-87C0-462C-B193-34A4B3805E48}" srcOrd="6" destOrd="0" parTransId="{EF6E204D-7B6D-47D6-98B2-C2CFB810849B}" sibTransId="{0C73C4B3-49BC-4DAA-9869-1E6D12D1A2C3}"/>
    <dgm:cxn modelId="{323A92F2-A810-4933-A1B8-96B9610D81F1}" type="presOf" srcId="{81049719-4004-4867-BA5E-3CFFC34E233C}" destId="{6F7B2EC1-4F15-4655-A0CA-D78A57E4D6E1}" srcOrd="0" destOrd="0" presId="urn:microsoft.com/office/officeart/2005/8/layout/vList2"/>
    <dgm:cxn modelId="{AF3DC3F6-AF3F-43F9-B228-06776C11F294}" srcId="{15B8FD28-52A7-479E-BC31-FDF4B9B9D214}" destId="{0D097990-ACB7-4286-B2F7-9856C30C1287}" srcOrd="4" destOrd="0" parTransId="{D55D25C8-37CE-460B-81B3-59EC50E0D4EC}" sibTransId="{BC5CEDA9-6FA1-4A5F-81B6-1B59E7917315}"/>
    <dgm:cxn modelId="{76C3AC2C-20CB-46FF-8558-D6E07D6C4B3D}" type="presParOf" srcId="{381835D6-3AD4-46A2-8BA8-651384A9D7DC}" destId="{779E1AB4-2E74-42CB-A75E-89FC40F5173D}" srcOrd="0" destOrd="0" presId="urn:microsoft.com/office/officeart/2005/8/layout/vList2"/>
    <dgm:cxn modelId="{46D8552B-6E62-466F-8B62-DC2BACFBB9A1}" type="presParOf" srcId="{381835D6-3AD4-46A2-8BA8-651384A9D7DC}" destId="{69D30325-75D3-421A-8FAB-8E52C2D1E847}" srcOrd="1" destOrd="0" presId="urn:microsoft.com/office/officeart/2005/8/layout/vList2"/>
    <dgm:cxn modelId="{BAF48B50-11BB-4199-A544-6B98C5A5C80E}" type="presParOf" srcId="{381835D6-3AD4-46A2-8BA8-651384A9D7DC}" destId="{A16984E3-3534-4B99-B6D8-54D34D89CA19}" srcOrd="2" destOrd="0" presId="urn:microsoft.com/office/officeart/2005/8/layout/vList2"/>
    <dgm:cxn modelId="{18BDB4D4-FCFB-4567-B121-BC48735D2189}" type="presParOf" srcId="{381835D6-3AD4-46A2-8BA8-651384A9D7DC}" destId="{1D2AF9A8-BFBF-4EF9-9D2B-FA9269996E47}" srcOrd="3" destOrd="0" presId="urn:microsoft.com/office/officeart/2005/8/layout/vList2"/>
    <dgm:cxn modelId="{970A330F-484B-4F92-9902-7313EAB16849}" type="presParOf" srcId="{381835D6-3AD4-46A2-8BA8-651384A9D7DC}" destId="{BE728210-AC06-4E3C-B001-99C872A63574}" srcOrd="4" destOrd="0" presId="urn:microsoft.com/office/officeart/2005/8/layout/vList2"/>
    <dgm:cxn modelId="{4F3B693D-A2FB-498A-9E5E-3A3E10A30414}" type="presParOf" srcId="{381835D6-3AD4-46A2-8BA8-651384A9D7DC}" destId="{1D4E925D-EF81-4BAD-A99C-C3783B82FC66}" srcOrd="5" destOrd="0" presId="urn:microsoft.com/office/officeart/2005/8/layout/vList2"/>
    <dgm:cxn modelId="{CFB83CEF-3EA3-4247-93F1-5F43C201A4C9}" type="presParOf" srcId="{381835D6-3AD4-46A2-8BA8-651384A9D7DC}" destId="{B943A37C-E242-4BB7-9D8E-412FB8CA9F53}" srcOrd="6" destOrd="0" presId="urn:microsoft.com/office/officeart/2005/8/layout/vList2"/>
    <dgm:cxn modelId="{C0668DB9-875D-461E-9E50-9C1685D0448D}" type="presParOf" srcId="{381835D6-3AD4-46A2-8BA8-651384A9D7DC}" destId="{6F5F4C16-F2C2-4807-B2D6-E45C8F0167A0}" srcOrd="7" destOrd="0" presId="urn:microsoft.com/office/officeart/2005/8/layout/vList2"/>
    <dgm:cxn modelId="{CD3403C9-FC6E-4ED6-8D8B-C0A2E7839DCC}" type="presParOf" srcId="{381835D6-3AD4-46A2-8BA8-651384A9D7DC}" destId="{4DFB8DE9-D994-42AB-92D0-279163233503}" srcOrd="8" destOrd="0" presId="urn:microsoft.com/office/officeart/2005/8/layout/vList2"/>
    <dgm:cxn modelId="{83D2EC87-72D0-4B5F-8128-033F7DC05C5B}" type="presParOf" srcId="{381835D6-3AD4-46A2-8BA8-651384A9D7DC}" destId="{7CD385D3-B689-4210-8064-1BE0A7EFC656}" srcOrd="9" destOrd="0" presId="urn:microsoft.com/office/officeart/2005/8/layout/vList2"/>
    <dgm:cxn modelId="{705FC96E-5508-4D48-A255-02573FB80D9F}" type="presParOf" srcId="{381835D6-3AD4-46A2-8BA8-651384A9D7DC}" destId="{D288B2D7-D1CA-4D4F-A1B9-F324D39011FE}" srcOrd="10" destOrd="0" presId="urn:microsoft.com/office/officeart/2005/8/layout/vList2"/>
    <dgm:cxn modelId="{F7FF8C22-4303-4ADF-8770-1F44875B4A7C}" type="presParOf" srcId="{381835D6-3AD4-46A2-8BA8-651384A9D7DC}" destId="{FEC4E806-DACF-4D54-B91D-061E57BB30AB}" srcOrd="11" destOrd="0" presId="urn:microsoft.com/office/officeart/2005/8/layout/vList2"/>
    <dgm:cxn modelId="{ADFD2E44-FC54-471D-9B65-E5F508D56FED}" type="presParOf" srcId="{381835D6-3AD4-46A2-8BA8-651384A9D7DC}" destId="{4E3ADD51-779D-4511-84A4-374910DF8A88}" srcOrd="12" destOrd="0" presId="urn:microsoft.com/office/officeart/2005/8/layout/vList2"/>
    <dgm:cxn modelId="{A6F4A88A-FF4A-4B0B-A2A8-E4EFF1CC1D74}" type="presParOf" srcId="{381835D6-3AD4-46A2-8BA8-651384A9D7DC}" destId="{4790FD9B-D580-4662-B83C-F56E3C447473}" srcOrd="13" destOrd="0" presId="urn:microsoft.com/office/officeart/2005/8/layout/vList2"/>
    <dgm:cxn modelId="{84CCAED3-DC14-4C7C-80CD-47B152FBA386}" type="presParOf" srcId="{381835D6-3AD4-46A2-8BA8-651384A9D7DC}" destId="{A2EFF1C1-4A48-4B62-99CC-3BF1D8E949F0}" srcOrd="14" destOrd="0" presId="urn:microsoft.com/office/officeart/2005/8/layout/vList2"/>
    <dgm:cxn modelId="{B4865C73-E205-4ECF-9BD0-95814803AA19}" type="presParOf" srcId="{381835D6-3AD4-46A2-8BA8-651384A9D7DC}" destId="{9300D9CB-CDF7-4EE3-980C-4F2FEE232E18}" srcOrd="15" destOrd="0" presId="urn:microsoft.com/office/officeart/2005/8/layout/vList2"/>
    <dgm:cxn modelId="{41A6715C-4320-40D8-81A3-B0A368C272E0}" type="presParOf" srcId="{381835D6-3AD4-46A2-8BA8-651384A9D7DC}" destId="{3688BC86-0B9A-4F3D-A454-F2BCDA7143F4}" srcOrd="16" destOrd="0" presId="urn:microsoft.com/office/officeart/2005/8/layout/vList2"/>
    <dgm:cxn modelId="{C08801BD-E544-458D-9FC1-2353B53F8544}" type="presParOf" srcId="{381835D6-3AD4-46A2-8BA8-651384A9D7DC}" destId="{E8BF82E6-86B9-4A8E-B855-D25AD9DAC550}" srcOrd="17" destOrd="0" presId="urn:microsoft.com/office/officeart/2005/8/layout/vList2"/>
    <dgm:cxn modelId="{9346BCD0-F720-405C-A529-3841D066C987}" type="presParOf" srcId="{381835D6-3AD4-46A2-8BA8-651384A9D7DC}" destId="{6F7B2EC1-4F15-4655-A0CA-D78A57E4D6E1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CE7F0D-0E2A-49B4-B3EF-3D6834102B0D}" type="doc">
      <dgm:prSet loTypeId="urn:microsoft.com/office/officeart/2005/8/layout/b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DE8B69C-EDE5-471D-ACBD-BA2C3D9A61DE}">
      <dgm:prSet/>
      <dgm:spPr/>
      <dgm:t>
        <a:bodyPr/>
        <a:lstStyle/>
        <a:p>
          <a:r>
            <a:rPr lang="en-US" b="1"/>
            <a:t>💳 Checkout Process</a:t>
          </a:r>
          <a:endParaRPr lang="en-US"/>
        </a:p>
      </dgm:t>
    </dgm:pt>
    <dgm:pt modelId="{9E228A11-DF08-49EA-8493-878820EAEE2D}" type="parTrans" cxnId="{DA453A29-B62D-4C19-B3F1-4B58C5AD8ADC}">
      <dgm:prSet/>
      <dgm:spPr/>
      <dgm:t>
        <a:bodyPr/>
        <a:lstStyle/>
        <a:p>
          <a:endParaRPr lang="en-US"/>
        </a:p>
      </dgm:t>
    </dgm:pt>
    <dgm:pt modelId="{6436D7F5-B2C2-4228-9C10-F6B8005665CB}" type="sibTrans" cxnId="{DA453A29-B62D-4C19-B3F1-4B58C5AD8ADC}">
      <dgm:prSet/>
      <dgm:spPr/>
      <dgm:t>
        <a:bodyPr/>
        <a:lstStyle/>
        <a:p>
          <a:endParaRPr lang="en-US"/>
        </a:p>
      </dgm:t>
    </dgm:pt>
    <dgm:pt modelId="{349B5976-8130-432C-8571-D6CA0F258D83}">
      <dgm:prSet/>
      <dgm:spPr/>
      <dgm:t>
        <a:bodyPr/>
        <a:lstStyle/>
        <a:p>
          <a:r>
            <a:rPr lang="en-US"/>
            <a:t>Multi-step checkout flow</a:t>
          </a:r>
        </a:p>
      </dgm:t>
    </dgm:pt>
    <dgm:pt modelId="{FF3A6557-7AC7-4EAC-910A-F5E7597C8021}" type="parTrans" cxnId="{6B8A82C2-8E0F-409F-A8A6-C5BFA1D2A485}">
      <dgm:prSet/>
      <dgm:spPr/>
      <dgm:t>
        <a:bodyPr/>
        <a:lstStyle/>
        <a:p>
          <a:endParaRPr lang="en-US"/>
        </a:p>
      </dgm:t>
    </dgm:pt>
    <dgm:pt modelId="{5E181C22-D037-4400-836D-0453BCDB1402}" type="sibTrans" cxnId="{6B8A82C2-8E0F-409F-A8A6-C5BFA1D2A485}">
      <dgm:prSet/>
      <dgm:spPr/>
      <dgm:t>
        <a:bodyPr/>
        <a:lstStyle/>
        <a:p>
          <a:endParaRPr lang="en-US"/>
        </a:p>
      </dgm:t>
    </dgm:pt>
    <dgm:pt modelId="{E884D8FE-A2B7-4F56-882B-207FCE5C9999}">
      <dgm:prSet/>
      <dgm:spPr/>
      <dgm:t>
        <a:bodyPr/>
        <a:lstStyle/>
        <a:p>
          <a:r>
            <a:rPr lang="en-US"/>
            <a:t>Order tracking system</a:t>
          </a:r>
        </a:p>
      </dgm:t>
    </dgm:pt>
    <dgm:pt modelId="{9251787F-FBC9-4C60-BC32-5630F4B44AA7}" type="parTrans" cxnId="{02C8E71F-9315-46DE-A1F0-6B90A6E1C8AE}">
      <dgm:prSet/>
      <dgm:spPr/>
      <dgm:t>
        <a:bodyPr/>
        <a:lstStyle/>
        <a:p>
          <a:endParaRPr lang="en-US"/>
        </a:p>
      </dgm:t>
    </dgm:pt>
    <dgm:pt modelId="{FF9DF7ED-A1E6-4CDE-B3E7-29132A728F74}" type="sibTrans" cxnId="{02C8E71F-9315-46DE-A1F0-6B90A6E1C8AE}">
      <dgm:prSet/>
      <dgm:spPr/>
      <dgm:t>
        <a:bodyPr/>
        <a:lstStyle/>
        <a:p>
          <a:endParaRPr lang="en-US"/>
        </a:p>
      </dgm:t>
    </dgm:pt>
    <dgm:pt modelId="{199F1943-39F7-4C0F-BB34-E0B98DF4D9B4}">
      <dgm:prSet/>
      <dgm:spPr/>
      <dgm:t>
        <a:bodyPr/>
        <a:lstStyle/>
        <a:p>
          <a:r>
            <a:rPr lang="en-US"/>
            <a:t>Order history &amp; invoices</a:t>
          </a:r>
        </a:p>
      </dgm:t>
    </dgm:pt>
    <dgm:pt modelId="{ABDFCF8F-54F5-4E8C-BEBF-D2A00AB0FBA4}" type="parTrans" cxnId="{F92975E0-04D2-4EC0-93BE-2AE700906202}">
      <dgm:prSet/>
      <dgm:spPr/>
      <dgm:t>
        <a:bodyPr/>
        <a:lstStyle/>
        <a:p>
          <a:endParaRPr lang="en-US"/>
        </a:p>
      </dgm:t>
    </dgm:pt>
    <dgm:pt modelId="{F2BEB97A-4C99-491E-86C5-312718D440E7}" type="sibTrans" cxnId="{F92975E0-04D2-4EC0-93BE-2AE700906202}">
      <dgm:prSet/>
      <dgm:spPr/>
      <dgm:t>
        <a:bodyPr/>
        <a:lstStyle/>
        <a:p>
          <a:endParaRPr lang="en-US"/>
        </a:p>
      </dgm:t>
    </dgm:pt>
    <dgm:pt modelId="{3527E02A-BA7D-4A01-A3C0-AB5CEE324E33}">
      <dgm:prSet/>
      <dgm:spPr/>
      <dgm:t>
        <a:bodyPr/>
        <a:lstStyle/>
        <a:p>
          <a:r>
            <a:rPr lang="en-US" b="1"/>
            <a:t>Admin Features</a:t>
          </a:r>
          <a:endParaRPr lang="en-US"/>
        </a:p>
      </dgm:t>
    </dgm:pt>
    <dgm:pt modelId="{0C29701C-4CEF-4B29-BE7D-A60ED1E794A9}" type="parTrans" cxnId="{991C0666-BDC2-41CE-BFFC-C392F07D5ECE}">
      <dgm:prSet/>
      <dgm:spPr/>
      <dgm:t>
        <a:bodyPr/>
        <a:lstStyle/>
        <a:p>
          <a:endParaRPr lang="en-US"/>
        </a:p>
      </dgm:t>
    </dgm:pt>
    <dgm:pt modelId="{3D868887-07DC-4D23-8064-950F51A6CBB3}" type="sibTrans" cxnId="{991C0666-BDC2-41CE-BFFC-C392F07D5ECE}">
      <dgm:prSet/>
      <dgm:spPr/>
      <dgm:t>
        <a:bodyPr/>
        <a:lstStyle/>
        <a:p>
          <a:endParaRPr lang="en-US"/>
        </a:p>
      </dgm:t>
    </dgm:pt>
    <dgm:pt modelId="{6FE1AB54-DDF5-4372-8A11-59824A4C8DC1}">
      <dgm:prSet/>
      <dgm:spPr/>
      <dgm:t>
        <a:bodyPr/>
        <a:lstStyle/>
        <a:p>
          <a:r>
            <a:rPr lang="en-US"/>
            <a:t>Product CRUD operations</a:t>
          </a:r>
        </a:p>
      </dgm:t>
    </dgm:pt>
    <dgm:pt modelId="{3228186F-0161-4829-9A5F-33625CB9FAD7}" type="parTrans" cxnId="{57B001B6-733B-481E-87D0-5B29A2B32E0C}">
      <dgm:prSet/>
      <dgm:spPr/>
      <dgm:t>
        <a:bodyPr/>
        <a:lstStyle/>
        <a:p>
          <a:endParaRPr lang="en-US"/>
        </a:p>
      </dgm:t>
    </dgm:pt>
    <dgm:pt modelId="{CA3AFECF-561B-4B5F-964F-04B7E414F37B}" type="sibTrans" cxnId="{57B001B6-733B-481E-87D0-5B29A2B32E0C}">
      <dgm:prSet/>
      <dgm:spPr/>
      <dgm:t>
        <a:bodyPr/>
        <a:lstStyle/>
        <a:p>
          <a:endParaRPr lang="en-US"/>
        </a:p>
      </dgm:t>
    </dgm:pt>
    <dgm:pt modelId="{B1430702-C40C-4AC5-81FB-17064A44DA16}">
      <dgm:prSet/>
      <dgm:spPr/>
      <dgm:t>
        <a:bodyPr/>
        <a:lstStyle/>
        <a:p>
          <a:r>
            <a:rPr lang="en-US"/>
            <a:t>Inventory management</a:t>
          </a:r>
        </a:p>
      </dgm:t>
    </dgm:pt>
    <dgm:pt modelId="{C90FEE15-CA92-49CA-95C9-F978605B111F}" type="parTrans" cxnId="{066FE2F6-4DA6-415B-8C65-2A0D635BED83}">
      <dgm:prSet/>
      <dgm:spPr/>
      <dgm:t>
        <a:bodyPr/>
        <a:lstStyle/>
        <a:p>
          <a:endParaRPr lang="en-US"/>
        </a:p>
      </dgm:t>
    </dgm:pt>
    <dgm:pt modelId="{EF972A1D-4FC4-49BE-8BC9-79714060B493}" type="sibTrans" cxnId="{066FE2F6-4DA6-415B-8C65-2A0D635BED83}">
      <dgm:prSet/>
      <dgm:spPr/>
      <dgm:t>
        <a:bodyPr/>
        <a:lstStyle/>
        <a:p>
          <a:endParaRPr lang="en-US"/>
        </a:p>
      </dgm:t>
    </dgm:pt>
    <dgm:pt modelId="{6876383D-7C85-408C-B8DD-56333D6946BF}">
      <dgm:prSet/>
      <dgm:spPr/>
      <dgm:t>
        <a:bodyPr/>
        <a:lstStyle/>
        <a:p>
          <a:r>
            <a:rPr lang="en-US"/>
            <a:t>User management dashboard</a:t>
          </a:r>
        </a:p>
      </dgm:t>
    </dgm:pt>
    <dgm:pt modelId="{FD8272AC-AC52-4A86-BF34-7E44CF4A3E6A}" type="parTrans" cxnId="{0F7C3450-9093-4D5D-BB61-9EB32576C9EE}">
      <dgm:prSet/>
      <dgm:spPr/>
      <dgm:t>
        <a:bodyPr/>
        <a:lstStyle/>
        <a:p>
          <a:endParaRPr lang="en-US"/>
        </a:p>
      </dgm:t>
    </dgm:pt>
    <dgm:pt modelId="{93393135-0BD5-4101-A339-67E47033D3B3}" type="sibTrans" cxnId="{0F7C3450-9093-4D5D-BB61-9EB32576C9EE}">
      <dgm:prSet/>
      <dgm:spPr/>
      <dgm:t>
        <a:bodyPr/>
        <a:lstStyle/>
        <a:p>
          <a:endParaRPr lang="en-US"/>
        </a:p>
      </dgm:t>
    </dgm:pt>
    <dgm:pt modelId="{A4CE3031-FF69-41BD-8BAE-A4C862745727}">
      <dgm:prSet/>
      <dgm:spPr/>
      <dgm:t>
        <a:bodyPr/>
        <a:lstStyle/>
        <a:p>
          <a:r>
            <a:rPr lang="en-US"/>
            <a:t>Sales analytics &amp; reports</a:t>
          </a:r>
        </a:p>
      </dgm:t>
    </dgm:pt>
    <dgm:pt modelId="{3B27DCD4-37FD-4423-AD10-ABEDDE9563A2}" type="parTrans" cxnId="{DF2FCB28-F333-47F1-B9DA-CA40FC5F8141}">
      <dgm:prSet/>
      <dgm:spPr/>
      <dgm:t>
        <a:bodyPr/>
        <a:lstStyle/>
        <a:p>
          <a:endParaRPr lang="en-US"/>
        </a:p>
      </dgm:t>
    </dgm:pt>
    <dgm:pt modelId="{B838B19F-854E-4E7B-9559-E92989DFAB0D}" type="sibTrans" cxnId="{DF2FCB28-F333-47F1-B9DA-CA40FC5F8141}">
      <dgm:prSet/>
      <dgm:spPr/>
      <dgm:t>
        <a:bodyPr/>
        <a:lstStyle/>
        <a:p>
          <a:endParaRPr lang="en-US"/>
        </a:p>
      </dgm:t>
    </dgm:pt>
    <dgm:pt modelId="{4FEC5FDF-49BD-4E21-B91E-FC7DE73BC365}" type="pres">
      <dgm:prSet presAssocID="{DACE7F0D-0E2A-49B4-B3EF-3D6834102B0D}" presName="Name0" presStyleCnt="0">
        <dgm:presLayoutVars>
          <dgm:dir/>
          <dgm:resizeHandles/>
        </dgm:presLayoutVars>
      </dgm:prSet>
      <dgm:spPr/>
    </dgm:pt>
    <dgm:pt modelId="{457EAA17-669A-417B-84FE-C8DF07261DB9}" type="pres">
      <dgm:prSet presAssocID="{BDE8B69C-EDE5-471D-ACBD-BA2C3D9A61DE}" presName="compNode" presStyleCnt="0"/>
      <dgm:spPr/>
    </dgm:pt>
    <dgm:pt modelId="{EB147A6C-1454-490C-B206-9CF99EC3AF73}" type="pres">
      <dgm:prSet presAssocID="{BDE8B69C-EDE5-471D-ACBD-BA2C3D9A61DE}" presName="dummyConnPt" presStyleCnt="0"/>
      <dgm:spPr/>
    </dgm:pt>
    <dgm:pt modelId="{A2328489-2140-452C-B6A9-5CB0C499FF71}" type="pres">
      <dgm:prSet presAssocID="{BDE8B69C-EDE5-471D-ACBD-BA2C3D9A61DE}" presName="node" presStyleLbl="node1" presStyleIdx="0" presStyleCnt="9">
        <dgm:presLayoutVars>
          <dgm:bulletEnabled val="1"/>
        </dgm:presLayoutVars>
      </dgm:prSet>
      <dgm:spPr/>
    </dgm:pt>
    <dgm:pt modelId="{3A1C7CBB-D2A3-42A9-87CB-06A92BAE5BAF}" type="pres">
      <dgm:prSet presAssocID="{6436D7F5-B2C2-4228-9C10-F6B8005665CB}" presName="sibTrans" presStyleLbl="bgSibTrans2D1" presStyleIdx="0" presStyleCnt="8"/>
      <dgm:spPr/>
    </dgm:pt>
    <dgm:pt modelId="{C2EC1785-6589-4E61-A1D1-3F7957BD9443}" type="pres">
      <dgm:prSet presAssocID="{349B5976-8130-432C-8571-D6CA0F258D83}" presName="compNode" presStyleCnt="0"/>
      <dgm:spPr/>
    </dgm:pt>
    <dgm:pt modelId="{C18C75D3-A367-4B50-A8FD-64A663E3FE75}" type="pres">
      <dgm:prSet presAssocID="{349B5976-8130-432C-8571-D6CA0F258D83}" presName="dummyConnPt" presStyleCnt="0"/>
      <dgm:spPr/>
    </dgm:pt>
    <dgm:pt modelId="{B3537F85-FFA5-41B3-BE65-7A58DBEB8B19}" type="pres">
      <dgm:prSet presAssocID="{349B5976-8130-432C-8571-D6CA0F258D83}" presName="node" presStyleLbl="node1" presStyleIdx="1" presStyleCnt="9">
        <dgm:presLayoutVars>
          <dgm:bulletEnabled val="1"/>
        </dgm:presLayoutVars>
      </dgm:prSet>
      <dgm:spPr/>
    </dgm:pt>
    <dgm:pt modelId="{57DA8EA0-A45D-495A-9DDE-A00E52703477}" type="pres">
      <dgm:prSet presAssocID="{5E181C22-D037-4400-836D-0453BCDB1402}" presName="sibTrans" presStyleLbl="bgSibTrans2D1" presStyleIdx="1" presStyleCnt="8"/>
      <dgm:spPr/>
    </dgm:pt>
    <dgm:pt modelId="{7FF62EC8-D857-49E5-B829-20A1AE8A1AE7}" type="pres">
      <dgm:prSet presAssocID="{E884D8FE-A2B7-4F56-882B-207FCE5C9999}" presName="compNode" presStyleCnt="0"/>
      <dgm:spPr/>
    </dgm:pt>
    <dgm:pt modelId="{3F43815A-EE04-4C4E-831E-A675E6388DF4}" type="pres">
      <dgm:prSet presAssocID="{E884D8FE-A2B7-4F56-882B-207FCE5C9999}" presName="dummyConnPt" presStyleCnt="0"/>
      <dgm:spPr/>
    </dgm:pt>
    <dgm:pt modelId="{206B45C5-089B-41A8-8F7E-FE5B8F7017FB}" type="pres">
      <dgm:prSet presAssocID="{E884D8FE-A2B7-4F56-882B-207FCE5C9999}" presName="node" presStyleLbl="node1" presStyleIdx="2" presStyleCnt="9">
        <dgm:presLayoutVars>
          <dgm:bulletEnabled val="1"/>
        </dgm:presLayoutVars>
      </dgm:prSet>
      <dgm:spPr/>
    </dgm:pt>
    <dgm:pt modelId="{99685B9A-5ED6-4C8A-B506-21EB95107E16}" type="pres">
      <dgm:prSet presAssocID="{FF9DF7ED-A1E6-4CDE-B3E7-29132A728F74}" presName="sibTrans" presStyleLbl="bgSibTrans2D1" presStyleIdx="2" presStyleCnt="8"/>
      <dgm:spPr/>
    </dgm:pt>
    <dgm:pt modelId="{C20CF6F8-DC16-463C-A3B6-5219C46B3AD3}" type="pres">
      <dgm:prSet presAssocID="{199F1943-39F7-4C0F-BB34-E0B98DF4D9B4}" presName="compNode" presStyleCnt="0"/>
      <dgm:spPr/>
    </dgm:pt>
    <dgm:pt modelId="{F87830C0-E66E-46F0-9F2B-ECFC4D0E441E}" type="pres">
      <dgm:prSet presAssocID="{199F1943-39F7-4C0F-BB34-E0B98DF4D9B4}" presName="dummyConnPt" presStyleCnt="0"/>
      <dgm:spPr/>
    </dgm:pt>
    <dgm:pt modelId="{31CCF801-7874-4EAB-98E5-CCB4F0F005C0}" type="pres">
      <dgm:prSet presAssocID="{199F1943-39F7-4C0F-BB34-E0B98DF4D9B4}" presName="node" presStyleLbl="node1" presStyleIdx="3" presStyleCnt="9">
        <dgm:presLayoutVars>
          <dgm:bulletEnabled val="1"/>
        </dgm:presLayoutVars>
      </dgm:prSet>
      <dgm:spPr/>
    </dgm:pt>
    <dgm:pt modelId="{23972289-6E69-4870-B632-087BDE4A2ACD}" type="pres">
      <dgm:prSet presAssocID="{F2BEB97A-4C99-491E-86C5-312718D440E7}" presName="sibTrans" presStyleLbl="bgSibTrans2D1" presStyleIdx="3" presStyleCnt="8"/>
      <dgm:spPr/>
    </dgm:pt>
    <dgm:pt modelId="{B07A1E80-AD8F-483A-9273-9DD26BEE417D}" type="pres">
      <dgm:prSet presAssocID="{3527E02A-BA7D-4A01-A3C0-AB5CEE324E33}" presName="compNode" presStyleCnt="0"/>
      <dgm:spPr/>
    </dgm:pt>
    <dgm:pt modelId="{F0356F8B-4F87-4713-A7D2-6D4CDB3C213C}" type="pres">
      <dgm:prSet presAssocID="{3527E02A-BA7D-4A01-A3C0-AB5CEE324E33}" presName="dummyConnPt" presStyleCnt="0"/>
      <dgm:spPr/>
    </dgm:pt>
    <dgm:pt modelId="{C30EE51B-1940-48E4-97CE-C04908988DC7}" type="pres">
      <dgm:prSet presAssocID="{3527E02A-BA7D-4A01-A3C0-AB5CEE324E33}" presName="node" presStyleLbl="node1" presStyleIdx="4" presStyleCnt="9">
        <dgm:presLayoutVars>
          <dgm:bulletEnabled val="1"/>
        </dgm:presLayoutVars>
      </dgm:prSet>
      <dgm:spPr/>
    </dgm:pt>
    <dgm:pt modelId="{7873FE4A-E9FE-4B4E-BAF4-7F2AD036FD9D}" type="pres">
      <dgm:prSet presAssocID="{3D868887-07DC-4D23-8064-950F51A6CBB3}" presName="sibTrans" presStyleLbl="bgSibTrans2D1" presStyleIdx="4" presStyleCnt="8"/>
      <dgm:spPr/>
    </dgm:pt>
    <dgm:pt modelId="{A050C651-BC83-446C-B3F6-B087CFABF989}" type="pres">
      <dgm:prSet presAssocID="{6FE1AB54-DDF5-4372-8A11-59824A4C8DC1}" presName="compNode" presStyleCnt="0"/>
      <dgm:spPr/>
    </dgm:pt>
    <dgm:pt modelId="{1AB923A3-0344-4BC3-A6CF-C4B6D0CFA69B}" type="pres">
      <dgm:prSet presAssocID="{6FE1AB54-DDF5-4372-8A11-59824A4C8DC1}" presName="dummyConnPt" presStyleCnt="0"/>
      <dgm:spPr/>
    </dgm:pt>
    <dgm:pt modelId="{9C1842E0-8282-4588-A3B1-6DB736317061}" type="pres">
      <dgm:prSet presAssocID="{6FE1AB54-DDF5-4372-8A11-59824A4C8DC1}" presName="node" presStyleLbl="node1" presStyleIdx="5" presStyleCnt="9">
        <dgm:presLayoutVars>
          <dgm:bulletEnabled val="1"/>
        </dgm:presLayoutVars>
      </dgm:prSet>
      <dgm:spPr/>
    </dgm:pt>
    <dgm:pt modelId="{80237D46-13D6-42BC-9F8B-EA8C333AB729}" type="pres">
      <dgm:prSet presAssocID="{CA3AFECF-561B-4B5F-964F-04B7E414F37B}" presName="sibTrans" presStyleLbl="bgSibTrans2D1" presStyleIdx="5" presStyleCnt="8"/>
      <dgm:spPr/>
    </dgm:pt>
    <dgm:pt modelId="{B0253F89-1AEB-4546-806C-0616331A50A4}" type="pres">
      <dgm:prSet presAssocID="{B1430702-C40C-4AC5-81FB-17064A44DA16}" presName="compNode" presStyleCnt="0"/>
      <dgm:spPr/>
    </dgm:pt>
    <dgm:pt modelId="{F80D07A2-0923-40CD-AB1D-3AE2D0F11F99}" type="pres">
      <dgm:prSet presAssocID="{B1430702-C40C-4AC5-81FB-17064A44DA16}" presName="dummyConnPt" presStyleCnt="0"/>
      <dgm:spPr/>
    </dgm:pt>
    <dgm:pt modelId="{478BCB25-D09C-4B99-AA5F-BFE1199A7D6F}" type="pres">
      <dgm:prSet presAssocID="{B1430702-C40C-4AC5-81FB-17064A44DA16}" presName="node" presStyleLbl="node1" presStyleIdx="6" presStyleCnt="9">
        <dgm:presLayoutVars>
          <dgm:bulletEnabled val="1"/>
        </dgm:presLayoutVars>
      </dgm:prSet>
      <dgm:spPr/>
    </dgm:pt>
    <dgm:pt modelId="{C4BF32B7-650E-455E-8258-0CBA5DC716E5}" type="pres">
      <dgm:prSet presAssocID="{EF972A1D-4FC4-49BE-8BC9-79714060B493}" presName="sibTrans" presStyleLbl="bgSibTrans2D1" presStyleIdx="6" presStyleCnt="8"/>
      <dgm:spPr/>
    </dgm:pt>
    <dgm:pt modelId="{388D8578-2568-400C-86FB-1CDBD4945DCB}" type="pres">
      <dgm:prSet presAssocID="{6876383D-7C85-408C-B8DD-56333D6946BF}" presName="compNode" presStyleCnt="0"/>
      <dgm:spPr/>
    </dgm:pt>
    <dgm:pt modelId="{D3311D3C-E3DD-4396-B242-93A9473026FC}" type="pres">
      <dgm:prSet presAssocID="{6876383D-7C85-408C-B8DD-56333D6946BF}" presName="dummyConnPt" presStyleCnt="0"/>
      <dgm:spPr/>
    </dgm:pt>
    <dgm:pt modelId="{468FAA99-9259-410D-9E65-2F5EF2709922}" type="pres">
      <dgm:prSet presAssocID="{6876383D-7C85-408C-B8DD-56333D6946BF}" presName="node" presStyleLbl="node1" presStyleIdx="7" presStyleCnt="9">
        <dgm:presLayoutVars>
          <dgm:bulletEnabled val="1"/>
        </dgm:presLayoutVars>
      </dgm:prSet>
      <dgm:spPr/>
    </dgm:pt>
    <dgm:pt modelId="{21AD3033-6803-40B5-BEFC-67261E10FDD5}" type="pres">
      <dgm:prSet presAssocID="{93393135-0BD5-4101-A339-67E47033D3B3}" presName="sibTrans" presStyleLbl="bgSibTrans2D1" presStyleIdx="7" presStyleCnt="8"/>
      <dgm:spPr/>
    </dgm:pt>
    <dgm:pt modelId="{491F9E8A-BBE1-49FB-9BFD-DBD4854A8C27}" type="pres">
      <dgm:prSet presAssocID="{A4CE3031-FF69-41BD-8BAE-A4C862745727}" presName="compNode" presStyleCnt="0"/>
      <dgm:spPr/>
    </dgm:pt>
    <dgm:pt modelId="{95BD3526-45F4-41BF-B6A9-A6F58DD29D9C}" type="pres">
      <dgm:prSet presAssocID="{A4CE3031-FF69-41BD-8BAE-A4C862745727}" presName="dummyConnPt" presStyleCnt="0"/>
      <dgm:spPr/>
    </dgm:pt>
    <dgm:pt modelId="{2DE311E7-1A37-4CAE-833A-DB9D25E17C62}" type="pres">
      <dgm:prSet presAssocID="{A4CE3031-FF69-41BD-8BAE-A4C862745727}" presName="node" presStyleLbl="node1" presStyleIdx="8" presStyleCnt="9">
        <dgm:presLayoutVars>
          <dgm:bulletEnabled val="1"/>
        </dgm:presLayoutVars>
      </dgm:prSet>
      <dgm:spPr/>
    </dgm:pt>
  </dgm:ptLst>
  <dgm:cxnLst>
    <dgm:cxn modelId="{72ACE118-7816-437C-8C39-680BE10B98E0}" type="presOf" srcId="{B1430702-C40C-4AC5-81FB-17064A44DA16}" destId="{478BCB25-D09C-4B99-AA5F-BFE1199A7D6F}" srcOrd="0" destOrd="0" presId="urn:microsoft.com/office/officeart/2005/8/layout/bProcess4"/>
    <dgm:cxn modelId="{02C8E71F-9315-46DE-A1F0-6B90A6E1C8AE}" srcId="{DACE7F0D-0E2A-49B4-B3EF-3D6834102B0D}" destId="{E884D8FE-A2B7-4F56-882B-207FCE5C9999}" srcOrd="2" destOrd="0" parTransId="{9251787F-FBC9-4C60-BC32-5630F4B44AA7}" sibTransId="{FF9DF7ED-A1E6-4CDE-B3E7-29132A728F74}"/>
    <dgm:cxn modelId="{4D2D5F21-BC63-4F24-A688-D96BD35F2A28}" type="presOf" srcId="{349B5976-8130-432C-8571-D6CA0F258D83}" destId="{B3537F85-FFA5-41B3-BE65-7A58DBEB8B19}" srcOrd="0" destOrd="0" presId="urn:microsoft.com/office/officeart/2005/8/layout/bProcess4"/>
    <dgm:cxn modelId="{DF2FCB28-F333-47F1-B9DA-CA40FC5F8141}" srcId="{DACE7F0D-0E2A-49B4-B3EF-3D6834102B0D}" destId="{A4CE3031-FF69-41BD-8BAE-A4C862745727}" srcOrd="8" destOrd="0" parTransId="{3B27DCD4-37FD-4423-AD10-ABEDDE9563A2}" sibTransId="{B838B19F-854E-4E7B-9559-E92989DFAB0D}"/>
    <dgm:cxn modelId="{DA453A29-B62D-4C19-B3F1-4B58C5AD8ADC}" srcId="{DACE7F0D-0E2A-49B4-B3EF-3D6834102B0D}" destId="{BDE8B69C-EDE5-471D-ACBD-BA2C3D9A61DE}" srcOrd="0" destOrd="0" parTransId="{9E228A11-DF08-49EA-8493-878820EAEE2D}" sibTransId="{6436D7F5-B2C2-4228-9C10-F6B8005665CB}"/>
    <dgm:cxn modelId="{73414B2F-9B31-4959-BDD2-DC77BFC28956}" type="presOf" srcId="{6FE1AB54-DDF5-4372-8A11-59824A4C8DC1}" destId="{9C1842E0-8282-4588-A3B1-6DB736317061}" srcOrd="0" destOrd="0" presId="urn:microsoft.com/office/officeart/2005/8/layout/bProcess4"/>
    <dgm:cxn modelId="{195DE53A-58A8-41EB-AA5E-28052F19A4A8}" type="presOf" srcId="{199F1943-39F7-4C0F-BB34-E0B98DF4D9B4}" destId="{31CCF801-7874-4EAB-98E5-CCB4F0F005C0}" srcOrd="0" destOrd="0" presId="urn:microsoft.com/office/officeart/2005/8/layout/bProcess4"/>
    <dgm:cxn modelId="{DFB0705B-DC0C-40EA-8FB0-CF622A7433E0}" type="presOf" srcId="{FF9DF7ED-A1E6-4CDE-B3E7-29132A728F74}" destId="{99685B9A-5ED6-4C8A-B506-21EB95107E16}" srcOrd="0" destOrd="0" presId="urn:microsoft.com/office/officeart/2005/8/layout/bProcess4"/>
    <dgm:cxn modelId="{3C1BFA5E-E514-4E15-8A39-DA8B114F0954}" type="presOf" srcId="{A4CE3031-FF69-41BD-8BAE-A4C862745727}" destId="{2DE311E7-1A37-4CAE-833A-DB9D25E17C62}" srcOrd="0" destOrd="0" presId="urn:microsoft.com/office/officeart/2005/8/layout/bProcess4"/>
    <dgm:cxn modelId="{DFF63545-7DA9-432A-8D8E-873996EF5CB3}" type="presOf" srcId="{3527E02A-BA7D-4A01-A3C0-AB5CEE324E33}" destId="{C30EE51B-1940-48E4-97CE-C04908988DC7}" srcOrd="0" destOrd="0" presId="urn:microsoft.com/office/officeart/2005/8/layout/bProcess4"/>
    <dgm:cxn modelId="{991C0666-BDC2-41CE-BFFC-C392F07D5ECE}" srcId="{DACE7F0D-0E2A-49B4-B3EF-3D6834102B0D}" destId="{3527E02A-BA7D-4A01-A3C0-AB5CEE324E33}" srcOrd="4" destOrd="0" parTransId="{0C29701C-4CEF-4B29-BE7D-A60ED1E794A9}" sibTransId="{3D868887-07DC-4D23-8064-950F51A6CBB3}"/>
    <dgm:cxn modelId="{68C3384F-1696-4BAD-84F6-470DEF2CB4A4}" type="presOf" srcId="{6876383D-7C85-408C-B8DD-56333D6946BF}" destId="{468FAA99-9259-410D-9E65-2F5EF2709922}" srcOrd="0" destOrd="0" presId="urn:microsoft.com/office/officeart/2005/8/layout/bProcess4"/>
    <dgm:cxn modelId="{0F7C3450-9093-4D5D-BB61-9EB32576C9EE}" srcId="{DACE7F0D-0E2A-49B4-B3EF-3D6834102B0D}" destId="{6876383D-7C85-408C-B8DD-56333D6946BF}" srcOrd="7" destOrd="0" parTransId="{FD8272AC-AC52-4A86-BF34-7E44CF4A3E6A}" sibTransId="{93393135-0BD5-4101-A339-67E47033D3B3}"/>
    <dgm:cxn modelId="{038F017B-46F2-425E-B9A5-DB29350C114E}" type="presOf" srcId="{E884D8FE-A2B7-4F56-882B-207FCE5C9999}" destId="{206B45C5-089B-41A8-8F7E-FE5B8F7017FB}" srcOrd="0" destOrd="0" presId="urn:microsoft.com/office/officeart/2005/8/layout/bProcess4"/>
    <dgm:cxn modelId="{885BB988-7F66-4265-8F5E-0584734A4428}" type="presOf" srcId="{3D868887-07DC-4D23-8064-950F51A6CBB3}" destId="{7873FE4A-E9FE-4B4E-BAF4-7F2AD036FD9D}" srcOrd="0" destOrd="0" presId="urn:microsoft.com/office/officeart/2005/8/layout/bProcess4"/>
    <dgm:cxn modelId="{0081D08A-14E2-48A0-ABE1-6CF8E624BF30}" type="presOf" srcId="{DACE7F0D-0E2A-49B4-B3EF-3D6834102B0D}" destId="{4FEC5FDF-49BD-4E21-B91E-FC7DE73BC365}" srcOrd="0" destOrd="0" presId="urn:microsoft.com/office/officeart/2005/8/layout/bProcess4"/>
    <dgm:cxn modelId="{28533B8F-E553-4534-8AEE-375D3EDE3CF2}" type="presOf" srcId="{CA3AFECF-561B-4B5F-964F-04B7E414F37B}" destId="{80237D46-13D6-42BC-9F8B-EA8C333AB729}" srcOrd="0" destOrd="0" presId="urn:microsoft.com/office/officeart/2005/8/layout/bProcess4"/>
    <dgm:cxn modelId="{78089292-C148-4B5C-81D3-7104D4EE7D38}" type="presOf" srcId="{BDE8B69C-EDE5-471D-ACBD-BA2C3D9A61DE}" destId="{A2328489-2140-452C-B6A9-5CB0C499FF71}" srcOrd="0" destOrd="0" presId="urn:microsoft.com/office/officeart/2005/8/layout/bProcess4"/>
    <dgm:cxn modelId="{189C54A7-A898-48E3-8897-D7AAEB342743}" type="presOf" srcId="{93393135-0BD5-4101-A339-67E47033D3B3}" destId="{21AD3033-6803-40B5-BEFC-67261E10FDD5}" srcOrd="0" destOrd="0" presId="urn:microsoft.com/office/officeart/2005/8/layout/bProcess4"/>
    <dgm:cxn modelId="{57B001B6-733B-481E-87D0-5B29A2B32E0C}" srcId="{DACE7F0D-0E2A-49B4-B3EF-3D6834102B0D}" destId="{6FE1AB54-DDF5-4372-8A11-59824A4C8DC1}" srcOrd="5" destOrd="0" parTransId="{3228186F-0161-4829-9A5F-33625CB9FAD7}" sibTransId="{CA3AFECF-561B-4B5F-964F-04B7E414F37B}"/>
    <dgm:cxn modelId="{A50406B8-B0C8-455B-8E9E-3D4E646638C3}" type="presOf" srcId="{EF972A1D-4FC4-49BE-8BC9-79714060B493}" destId="{C4BF32B7-650E-455E-8258-0CBA5DC716E5}" srcOrd="0" destOrd="0" presId="urn:microsoft.com/office/officeart/2005/8/layout/bProcess4"/>
    <dgm:cxn modelId="{6B8A82C2-8E0F-409F-A8A6-C5BFA1D2A485}" srcId="{DACE7F0D-0E2A-49B4-B3EF-3D6834102B0D}" destId="{349B5976-8130-432C-8571-D6CA0F258D83}" srcOrd="1" destOrd="0" parTransId="{FF3A6557-7AC7-4EAC-910A-F5E7597C8021}" sibTransId="{5E181C22-D037-4400-836D-0453BCDB1402}"/>
    <dgm:cxn modelId="{290502C3-469C-459E-B614-B752E59330FE}" type="presOf" srcId="{5E181C22-D037-4400-836D-0453BCDB1402}" destId="{57DA8EA0-A45D-495A-9DDE-A00E52703477}" srcOrd="0" destOrd="0" presId="urn:microsoft.com/office/officeart/2005/8/layout/bProcess4"/>
    <dgm:cxn modelId="{EC8CE5CF-C990-4B11-A402-96B4278161EA}" type="presOf" srcId="{6436D7F5-B2C2-4228-9C10-F6B8005665CB}" destId="{3A1C7CBB-D2A3-42A9-87CB-06A92BAE5BAF}" srcOrd="0" destOrd="0" presId="urn:microsoft.com/office/officeart/2005/8/layout/bProcess4"/>
    <dgm:cxn modelId="{F92975E0-04D2-4EC0-93BE-2AE700906202}" srcId="{DACE7F0D-0E2A-49B4-B3EF-3D6834102B0D}" destId="{199F1943-39F7-4C0F-BB34-E0B98DF4D9B4}" srcOrd="3" destOrd="0" parTransId="{ABDFCF8F-54F5-4E8C-BEBF-D2A00AB0FBA4}" sibTransId="{F2BEB97A-4C99-491E-86C5-312718D440E7}"/>
    <dgm:cxn modelId="{066FE2F6-4DA6-415B-8C65-2A0D635BED83}" srcId="{DACE7F0D-0E2A-49B4-B3EF-3D6834102B0D}" destId="{B1430702-C40C-4AC5-81FB-17064A44DA16}" srcOrd="6" destOrd="0" parTransId="{C90FEE15-CA92-49CA-95C9-F978605B111F}" sibTransId="{EF972A1D-4FC4-49BE-8BC9-79714060B493}"/>
    <dgm:cxn modelId="{497393FF-56E7-40FB-A79D-45295C616BE2}" type="presOf" srcId="{F2BEB97A-4C99-491E-86C5-312718D440E7}" destId="{23972289-6E69-4870-B632-087BDE4A2ACD}" srcOrd="0" destOrd="0" presId="urn:microsoft.com/office/officeart/2005/8/layout/bProcess4"/>
    <dgm:cxn modelId="{EFE31422-798F-47A1-BD37-201CB730C3B3}" type="presParOf" srcId="{4FEC5FDF-49BD-4E21-B91E-FC7DE73BC365}" destId="{457EAA17-669A-417B-84FE-C8DF07261DB9}" srcOrd="0" destOrd="0" presId="urn:microsoft.com/office/officeart/2005/8/layout/bProcess4"/>
    <dgm:cxn modelId="{733697F9-DCD2-4E30-B595-1BE4114287CD}" type="presParOf" srcId="{457EAA17-669A-417B-84FE-C8DF07261DB9}" destId="{EB147A6C-1454-490C-B206-9CF99EC3AF73}" srcOrd="0" destOrd="0" presId="urn:microsoft.com/office/officeart/2005/8/layout/bProcess4"/>
    <dgm:cxn modelId="{5F501755-3B08-47D7-95D0-E39F50964491}" type="presParOf" srcId="{457EAA17-669A-417B-84FE-C8DF07261DB9}" destId="{A2328489-2140-452C-B6A9-5CB0C499FF71}" srcOrd="1" destOrd="0" presId="urn:microsoft.com/office/officeart/2005/8/layout/bProcess4"/>
    <dgm:cxn modelId="{B804DD34-5102-430B-B220-FB51A2A413F9}" type="presParOf" srcId="{4FEC5FDF-49BD-4E21-B91E-FC7DE73BC365}" destId="{3A1C7CBB-D2A3-42A9-87CB-06A92BAE5BAF}" srcOrd="1" destOrd="0" presId="urn:microsoft.com/office/officeart/2005/8/layout/bProcess4"/>
    <dgm:cxn modelId="{AA67D456-6DFE-406C-A5A5-F64FB17ED7A1}" type="presParOf" srcId="{4FEC5FDF-49BD-4E21-B91E-FC7DE73BC365}" destId="{C2EC1785-6589-4E61-A1D1-3F7957BD9443}" srcOrd="2" destOrd="0" presId="urn:microsoft.com/office/officeart/2005/8/layout/bProcess4"/>
    <dgm:cxn modelId="{3A53ACC2-70CF-4C32-99B9-50B1E14E64CB}" type="presParOf" srcId="{C2EC1785-6589-4E61-A1D1-3F7957BD9443}" destId="{C18C75D3-A367-4B50-A8FD-64A663E3FE75}" srcOrd="0" destOrd="0" presId="urn:microsoft.com/office/officeart/2005/8/layout/bProcess4"/>
    <dgm:cxn modelId="{EA64A6F2-0CD0-4540-88B1-48D9620CAAD1}" type="presParOf" srcId="{C2EC1785-6589-4E61-A1D1-3F7957BD9443}" destId="{B3537F85-FFA5-41B3-BE65-7A58DBEB8B19}" srcOrd="1" destOrd="0" presId="urn:microsoft.com/office/officeart/2005/8/layout/bProcess4"/>
    <dgm:cxn modelId="{1F9E6020-FB21-4561-A3ED-BBBCFC559CB4}" type="presParOf" srcId="{4FEC5FDF-49BD-4E21-B91E-FC7DE73BC365}" destId="{57DA8EA0-A45D-495A-9DDE-A00E52703477}" srcOrd="3" destOrd="0" presId="urn:microsoft.com/office/officeart/2005/8/layout/bProcess4"/>
    <dgm:cxn modelId="{47AD0695-6526-4C2B-9D95-612585381F0A}" type="presParOf" srcId="{4FEC5FDF-49BD-4E21-B91E-FC7DE73BC365}" destId="{7FF62EC8-D857-49E5-B829-20A1AE8A1AE7}" srcOrd="4" destOrd="0" presId="urn:microsoft.com/office/officeart/2005/8/layout/bProcess4"/>
    <dgm:cxn modelId="{2ADD47B6-D8DC-4049-9347-126C81CCCB69}" type="presParOf" srcId="{7FF62EC8-D857-49E5-B829-20A1AE8A1AE7}" destId="{3F43815A-EE04-4C4E-831E-A675E6388DF4}" srcOrd="0" destOrd="0" presId="urn:microsoft.com/office/officeart/2005/8/layout/bProcess4"/>
    <dgm:cxn modelId="{D3E71F01-9E0F-48F4-A2B4-5F083264CE8B}" type="presParOf" srcId="{7FF62EC8-D857-49E5-B829-20A1AE8A1AE7}" destId="{206B45C5-089B-41A8-8F7E-FE5B8F7017FB}" srcOrd="1" destOrd="0" presId="urn:microsoft.com/office/officeart/2005/8/layout/bProcess4"/>
    <dgm:cxn modelId="{5F3DA6F3-50ED-41EC-B8BF-C41F245E1293}" type="presParOf" srcId="{4FEC5FDF-49BD-4E21-B91E-FC7DE73BC365}" destId="{99685B9A-5ED6-4C8A-B506-21EB95107E16}" srcOrd="5" destOrd="0" presId="urn:microsoft.com/office/officeart/2005/8/layout/bProcess4"/>
    <dgm:cxn modelId="{00218822-D174-4CC9-99AA-DF16573DF92A}" type="presParOf" srcId="{4FEC5FDF-49BD-4E21-B91E-FC7DE73BC365}" destId="{C20CF6F8-DC16-463C-A3B6-5219C46B3AD3}" srcOrd="6" destOrd="0" presId="urn:microsoft.com/office/officeart/2005/8/layout/bProcess4"/>
    <dgm:cxn modelId="{9A223907-87DC-4DB9-BBED-9A037F2FF484}" type="presParOf" srcId="{C20CF6F8-DC16-463C-A3B6-5219C46B3AD3}" destId="{F87830C0-E66E-46F0-9F2B-ECFC4D0E441E}" srcOrd="0" destOrd="0" presId="urn:microsoft.com/office/officeart/2005/8/layout/bProcess4"/>
    <dgm:cxn modelId="{A96B3916-2CC4-4DE0-BBAB-BF3424777364}" type="presParOf" srcId="{C20CF6F8-DC16-463C-A3B6-5219C46B3AD3}" destId="{31CCF801-7874-4EAB-98E5-CCB4F0F005C0}" srcOrd="1" destOrd="0" presId="urn:microsoft.com/office/officeart/2005/8/layout/bProcess4"/>
    <dgm:cxn modelId="{A96726D2-959D-4C58-A014-AEF6D0AD27CF}" type="presParOf" srcId="{4FEC5FDF-49BD-4E21-B91E-FC7DE73BC365}" destId="{23972289-6E69-4870-B632-087BDE4A2ACD}" srcOrd="7" destOrd="0" presId="urn:microsoft.com/office/officeart/2005/8/layout/bProcess4"/>
    <dgm:cxn modelId="{B8FBBE7A-F5D3-4F3D-93D8-713283F42606}" type="presParOf" srcId="{4FEC5FDF-49BD-4E21-B91E-FC7DE73BC365}" destId="{B07A1E80-AD8F-483A-9273-9DD26BEE417D}" srcOrd="8" destOrd="0" presId="urn:microsoft.com/office/officeart/2005/8/layout/bProcess4"/>
    <dgm:cxn modelId="{0E03D034-EB56-4CD0-9748-74AD49FC1DA2}" type="presParOf" srcId="{B07A1E80-AD8F-483A-9273-9DD26BEE417D}" destId="{F0356F8B-4F87-4713-A7D2-6D4CDB3C213C}" srcOrd="0" destOrd="0" presId="urn:microsoft.com/office/officeart/2005/8/layout/bProcess4"/>
    <dgm:cxn modelId="{E5474C04-E4CD-48D3-B641-E94D50952ABA}" type="presParOf" srcId="{B07A1E80-AD8F-483A-9273-9DD26BEE417D}" destId="{C30EE51B-1940-48E4-97CE-C04908988DC7}" srcOrd="1" destOrd="0" presId="urn:microsoft.com/office/officeart/2005/8/layout/bProcess4"/>
    <dgm:cxn modelId="{150D039B-4727-4727-A994-4B83B2F40FC1}" type="presParOf" srcId="{4FEC5FDF-49BD-4E21-B91E-FC7DE73BC365}" destId="{7873FE4A-E9FE-4B4E-BAF4-7F2AD036FD9D}" srcOrd="9" destOrd="0" presId="urn:microsoft.com/office/officeart/2005/8/layout/bProcess4"/>
    <dgm:cxn modelId="{EBE20E13-4543-406C-931F-A8BA34BBE5C3}" type="presParOf" srcId="{4FEC5FDF-49BD-4E21-B91E-FC7DE73BC365}" destId="{A050C651-BC83-446C-B3F6-B087CFABF989}" srcOrd="10" destOrd="0" presId="urn:microsoft.com/office/officeart/2005/8/layout/bProcess4"/>
    <dgm:cxn modelId="{8AA682E2-6EA5-47C6-88E8-E3C7941C9CFA}" type="presParOf" srcId="{A050C651-BC83-446C-B3F6-B087CFABF989}" destId="{1AB923A3-0344-4BC3-A6CF-C4B6D0CFA69B}" srcOrd="0" destOrd="0" presId="urn:microsoft.com/office/officeart/2005/8/layout/bProcess4"/>
    <dgm:cxn modelId="{C9D3CBDD-881F-42CF-90F8-63983A29E6F7}" type="presParOf" srcId="{A050C651-BC83-446C-B3F6-B087CFABF989}" destId="{9C1842E0-8282-4588-A3B1-6DB736317061}" srcOrd="1" destOrd="0" presId="urn:microsoft.com/office/officeart/2005/8/layout/bProcess4"/>
    <dgm:cxn modelId="{2982939B-AD78-4CEF-85A2-FA70502087B9}" type="presParOf" srcId="{4FEC5FDF-49BD-4E21-B91E-FC7DE73BC365}" destId="{80237D46-13D6-42BC-9F8B-EA8C333AB729}" srcOrd="11" destOrd="0" presId="urn:microsoft.com/office/officeart/2005/8/layout/bProcess4"/>
    <dgm:cxn modelId="{1191D21E-FC45-43C5-BBBD-5D04157225D8}" type="presParOf" srcId="{4FEC5FDF-49BD-4E21-B91E-FC7DE73BC365}" destId="{B0253F89-1AEB-4546-806C-0616331A50A4}" srcOrd="12" destOrd="0" presId="urn:microsoft.com/office/officeart/2005/8/layout/bProcess4"/>
    <dgm:cxn modelId="{91FC785B-D473-4399-A8A5-B5E55830BB04}" type="presParOf" srcId="{B0253F89-1AEB-4546-806C-0616331A50A4}" destId="{F80D07A2-0923-40CD-AB1D-3AE2D0F11F99}" srcOrd="0" destOrd="0" presId="urn:microsoft.com/office/officeart/2005/8/layout/bProcess4"/>
    <dgm:cxn modelId="{F00C291D-F8D7-4E5C-BEB0-095B06AC5551}" type="presParOf" srcId="{B0253F89-1AEB-4546-806C-0616331A50A4}" destId="{478BCB25-D09C-4B99-AA5F-BFE1199A7D6F}" srcOrd="1" destOrd="0" presId="urn:microsoft.com/office/officeart/2005/8/layout/bProcess4"/>
    <dgm:cxn modelId="{036E12E4-1596-4FDD-9EA6-6E3E72CB3718}" type="presParOf" srcId="{4FEC5FDF-49BD-4E21-B91E-FC7DE73BC365}" destId="{C4BF32B7-650E-455E-8258-0CBA5DC716E5}" srcOrd="13" destOrd="0" presId="urn:microsoft.com/office/officeart/2005/8/layout/bProcess4"/>
    <dgm:cxn modelId="{5331E164-FC87-4BBB-8A35-1487DE861ABA}" type="presParOf" srcId="{4FEC5FDF-49BD-4E21-B91E-FC7DE73BC365}" destId="{388D8578-2568-400C-86FB-1CDBD4945DCB}" srcOrd="14" destOrd="0" presId="urn:microsoft.com/office/officeart/2005/8/layout/bProcess4"/>
    <dgm:cxn modelId="{BA76FA65-52AE-45A9-848A-E80DCD5725E9}" type="presParOf" srcId="{388D8578-2568-400C-86FB-1CDBD4945DCB}" destId="{D3311D3C-E3DD-4396-B242-93A9473026FC}" srcOrd="0" destOrd="0" presId="urn:microsoft.com/office/officeart/2005/8/layout/bProcess4"/>
    <dgm:cxn modelId="{DBF36BDD-1820-4211-8CD3-66D6F48D7F93}" type="presParOf" srcId="{388D8578-2568-400C-86FB-1CDBD4945DCB}" destId="{468FAA99-9259-410D-9E65-2F5EF2709922}" srcOrd="1" destOrd="0" presId="urn:microsoft.com/office/officeart/2005/8/layout/bProcess4"/>
    <dgm:cxn modelId="{F92228AD-373F-4A80-84D6-BB2659C742E7}" type="presParOf" srcId="{4FEC5FDF-49BD-4E21-B91E-FC7DE73BC365}" destId="{21AD3033-6803-40B5-BEFC-67261E10FDD5}" srcOrd="15" destOrd="0" presId="urn:microsoft.com/office/officeart/2005/8/layout/bProcess4"/>
    <dgm:cxn modelId="{FA8B198B-13F0-4645-8ACF-2FB81FD75E78}" type="presParOf" srcId="{4FEC5FDF-49BD-4E21-B91E-FC7DE73BC365}" destId="{491F9E8A-BBE1-49FB-9BFD-DBD4854A8C27}" srcOrd="16" destOrd="0" presId="urn:microsoft.com/office/officeart/2005/8/layout/bProcess4"/>
    <dgm:cxn modelId="{9B535FC5-FE58-4FCE-8844-D6DF32C70DA9}" type="presParOf" srcId="{491F9E8A-BBE1-49FB-9BFD-DBD4854A8C27}" destId="{95BD3526-45F4-41BF-B6A9-A6F58DD29D9C}" srcOrd="0" destOrd="0" presId="urn:microsoft.com/office/officeart/2005/8/layout/bProcess4"/>
    <dgm:cxn modelId="{70B97F45-B2E2-4F6C-A83F-A1275EB59C5A}" type="presParOf" srcId="{491F9E8A-BBE1-49FB-9BFD-DBD4854A8C27}" destId="{2DE311E7-1A37-4CAE-833A-DB9D25E17C62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74D5AD-57D3-4D33-A8E4-BE72A62D278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3602B47-9275-4BE0-816A-935FBEE080B4}">
      <dgm:prSet/>
      <dgm:spPr/>
      <dgm:t>
        <a:bodyPr/>
        <a:lstStyle/>
        <a:p>
          <a:pPr>
            <a:defRPr cap="all"/>
          </a:pPr>
          <a:r>
            <a:rPr lang="en-US" b="1"/>
            <a:t>MySQL Schema Structure</a:t>
          </a:r>
          <a:endParaRPr lang="en-US"/>
        </a:p>
      </dgm:t>
    </dgm:pt>
    <dgm:pt modelId="{E0C06609-79CD-4350-A03D-199F4FF38157}" type="parTrans" cxnId="{82CF5F30-7C4E-48B1-B245-14C3FBF4D799}">
      <dgm:prSet/>
      <dgm:spPr/>
      <dgm:t>
        <a:bodyPr/>
        <a:lstStyle/>
        <a:p>
          <a:endParaRPr lang="en-US"/>
        </a:p>
      </dgm:t>
    </dgm:pt>
    <dgm:pt modelId="{CD23488A-80A0-409C-90C7-2FE00B904B43}" type="sibTrans" cxnId="{82CF5F30-7C4E-48B1-B245-14C3FBF4D799}">
      <dgm:prSet/>
      <dgm:spPr/>
      <dgm:t>
        <a:bodyPr/>
        <a:lstStyle/>
        <a:p>
          <a:endParaRPr lang="en-US"/>
        </a:p>
      </dgm:t>
    </dgm:pt>
    <dgm:pt modelId="{EEC27007-9BA1-4A77-B5C4-C0BA7EA404B2}">
      <dgm:prSet/>
      <dgm:spPr/>
      <dgm:t>
        <a:bodyPr/>
        <a:lstStyle/>
        <a:p>
          <a:pPr>
            <a:defRPr cap="all"/>
          </a:pPr>
          <a:r>
            <a:rPr lang="en-US" b="1"/>
            <a:t>Key Database Tables:</a:t>
          </a:r>
          <a:endParaRPr lang="en-US"/>
        </a:p>
      </dgm:t>
    </dgm:pt>
    <dgm:pt modelId="{B9F38E89-9484-4158-AC96-CF6E9210756A}" type="parTrans" cxnId="{4721C924-6D0D-44C2-83AD-92E99048B615}">
      <dgm:prSet/>
      <dgm:spPr/>
      <dgm:t>
        <a:bodyPr/>
        <a:lstStyle/>
        <a:p>
          <a:endParaRPr lang="en-US"/>
        </a:p>
      </dgm:t>
    </dgm:pt>
    <dgm:pt modelId="{6D069602-A44C-4EEC-B595-6B66F10114F9}" type="sibTrans" cxnId="{4721C924-6D0D-44C2-83AD-92E99048B615}">
      <dgm:prSet/>
      <dgm:spPr/>
      <dgm:t>
        <a:bodyPr/>
        <a:lstStyle/>
        <a:p>
          <a:endParaRPr lang="en-US"/>
        </a:p>
      </dgm:t>
    </dgm:pt>
    <dgm:pt modelId="{19BCF52A-BFD2-49FA-9B43-A5D14960B916}" type="pres">
      <dgm:prSet presAssocID="{0774D5AD-57D3-4D33-A8E4-BE72A62D2788}" presName="root" presStyleCnt="0">
        <dgm:presLayoutVars>
          <dgm:dir/>
          <dgm:resizeHandles val="exact"/>
        </dgm:presLayoutVars>
      </dgm:prSet>
      <dgm:spPr/>
    </dgm:pt>
    <dgm:pt modelId="{54579373-4D5E-450C-986E-8F31514A1C11}" type="pres">
      <dgm:prSet presAssocID="{43602B47-9275-4BE0-816A-935FBEE080B4}" presName="compNode" presStyleCnt="0"/>
      <dgm:spPr/>
    </dgm:pt>
    <dgm:pt modelId="{747F5074-F1BD-40FB-AABA-D2409C615BCD}" type="pres">
      <dgm:prSet presAssocID="{43602B47-9275-4BE0-816A-935FBEE080B4}" presName="iconBgRect" presStyleLbl="bgShp" presStyleIdx="0" presStyleCnt="2"/>
      <dgm:spPr/>
    </dgm:pt>
    <dgm:pt modelId="{6C41703A-B823-4FF0-9634-EF591C9A9077}" type="pres">
      <dgm:prSet presAssocID="{43602B47-9275-4BE0-816A-935FBEE080B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8CA2ACE-B03A-4198-9EF7-C63466B0384F}" type="pres">
      <dgm:prSet presAssocID="{43602B47-9275-4BE0-816A-935FBEE080B4}" presName="spaceRect" presStyleCnt="0"/>
      <dgm:spPr/>
    </dgm:pt>
    <dgm:pt modelId="{D6D7A508-A9C4-4AA0-BB69-7886EB0217EB}" type="pres">
      <dgm:prSet presAssocID="{43602B47-9275-4BE0-816A-935FBEE080B4}" presName="textRect" presStyleLbl="revTx" presStyleIdx="0" presStyleCnt="2">
        <dgm:presLayoutVars>
          <dgm:chMax val="1"/>
          <dgm:chPref val="1"/>
        </dgm:presLayoutVars>
      </dgm:prSet>
      <dgm:spPr/>
    </dgm:pt>
    <dgm:pt modelId="{C1ECDFFA-2CCA-46E8-95F4-7E5CC798DC8D}" type="pres">
      <dgm:prSet presAssocID="{CD23488A-80A0-409C-90C7-2FE00B904B43}" presName="sibTrans" presStyleCnt="0"/>
      <dgm:spPr/>
    </dgm:pt>
    <dgm:pt modelId="{2E82C6F0-A3E1-421D-92AB-5E513B2DE517}" type="pres">
      <dgm:prSet presAssocID="{EEC27007-9BA1-4A77-B5C4-C0BA7EA404B2}" presName="compNode" presStyleCnt="0"/>
      <dgm:spPr/>
    </dgm:pt>
    <dgm:pt modelId="{A31E3CA9-F7F5-40E0-B412-50995BA648E4}" type="pres">
      <dgm:prSet presAssocID="{EEC27007-9BA1-4A77-B5C4-C0BA7EA404B2}" presName="iconBgRect" presStyleLbl="bgShp" presStyleIdx="1" presStyleCnt="2"/>
      <dgm:spPr/>
    </dgm:pt>
    <dgm:pt modelId="{CB889F62-BF19-4F8C-AD01-5710D5CBB792}" type="pres">
      <dgm:prSet presAssocID="{EEC27007-9BA1-4A77-B5C4-C0BA7EA404B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576D8F6-4B5F-4EDC-AC76-5457B758343A}" type="pres">
      <dgm:prSet presAssocID="{EEC27007-9BA1-4A77-B5C4-C0BA7EA404B2}" presName="spaceRect" presStyleCnt="0"/>
      <dgm:spPr/>
    </dgm:pt>
    <dgm:pt modelId="{0C5B5DCC-437B-463F-B565-668CC5D6E36F}" type="pres">
      <dgm:prSet presAssocID="{EEC27007-9BA1-4A77-B5C4-C0BA7EA404B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721C924-6D0D-44C2-83AD-92E99048B615}" srcId="{0774D5AD-57D3-4D33-A8E4-BE72A62D2788}" destId="{EEC27007-9BA1-4A77-B5C4-C0BA7EA404B2}" srcOrd="1" destOrd="0" parTransId="{B9F38E89-9484-4158-AC96-CF6E9210756A}" sibTransId="{6D069602-A44C-4EEC-B595-6B66F10114F9}"/>
    <dgm:cxn modelId="{82CF5F30-7C4E-48B1-B245-14C3FBF4D799}" srcId="{0774D5AD-57D3-4D33-A8E4-BE72A62D2788}" destId="{43602B47-9275-4BE0-816A-935FBEE080B4}" srcOrd="0" destOrd="0" parTransId="{E0C06609-79CD-4350-A03D-199F4FF38157}" sibTransId="{CD23488A-80A0-409C-90C7-2FE00B904B43}"/>
    <dgm:cxn modelId="{A99F2C34-072C-4CD6-9BA4-0798E6ED6B18}" type="presOf" srcId="{43602B47-9275-4BE0-816A-935FBEE080B4}" destId="{D6D7A508-A9C4-4AA0-BB69-7886EB0217EB}" srcOrd="0" destOrd="0" presId="urn:microsoft.com/office/officeart/2018/5/layout/IconCircleLabelList"/>
    <dgm:cxn modelId="{FFEFAE9F-5E0E-44D1-A7F9-889E65466911}" type="presOf" srcId="{EEC27007-9BA1-4A77-B5C4-C0BA7EA404B2}" destId="{0C5B5DCC-437B-463F-B565-668CC5D6E36F}" srcOrd="0" destOrd="0" presId="urn:microsoft.com/office/officeart/2018/5/layout/IconCircleLabelList"/>
    <dgm:cxn modelId="{21C276C5-86A4-4513-A3F3-724194B30801}" type="presOf" srcId="{0774D5AD-57D3-4D33-A8E4-BE72A62D2788}" destId="{19BCF52A-BFD2-49FA-9B43-A5D14960B916}" srcOrd="0" destOrd="0" presId="urn:microsoft.com/office/officeart/2018/5/layout/IconCircleLabelList"/>
    <dgm:cxn modelId="{3491646A-FF5E-46FD-BB21-FCDF28C91829}" type="presParOf" srcId="{19BCF52A-BFD2-49FA-9B43-A5D14960B916}" destId="{54579373-4D5E-450C-986E-8F31514A1C11}" srcOrd="0" destOrd="0" presId="urn:microsoft.com/office/officeart/2018/5/layout/IconCircleLabelList"/>
    <dgm:cxn modelId="{8CC75FC9-9EC7-4369-B67D-3AA82B864CE8}" type="presParOf" srcId="{54579373-4D5E-450C-986E-8F31514A1C11}" destId="{747F5074-F1BD-40FB-AABA-D2409C615BCD}" srcOrd="0" destOrd="0" presId="urn:microsoft.com/office/officeart/2018/5/layout/IconCircleLabelList"/>
    <dgm:cxn modelId="{FF0216DC-A728-4E37-82AF-BD53BFDE79A1}" type="presParOf" srcId="{54579373-4D5E-450C-986E-8F31514A1C11}" destId="{6C41703A-B823-4FF0-9634-EF591C9A9077}" srcOrd="1" destOrd="0" presId="urn:microsoft.com/office/officeart/2018/5/layout/IconCircleLabelList"/>
    <dgm:cxn modelId="{1599DCBB-91EB-49C3-8A52-5EDC1F2A0674}" type="presParOf" srcId="{54579373-4D5E-450C-986E-8F31514A1C11}" destId="{48CA2ACE-B03A-4198-9EF7-C63466B0384F}" srcOrd="2" destOrd="0" presId="urn:microsoft.com/office/officeart/2018/5/layout/IconCircleLabelList"/>
    <dgm:cxn modelId="{4526F7EC-1FFA-4827-B1BA-854DD16559E0}" type="presParOf" srcId="{54579373-4D5E-450C-986E-8F31514A1C11}" destId="{D6D7A508-A9C4-4AA0-BB69-7886EB0217EB}" srcOrd="3" destOrd="0" presId="urn:microsoft.com/office/officeart/2018/5/layout/IconCircleLabelList"/>
    <dgm:cxn modelId="{F7716A23-D5CC-4B62-96D5-041B713E3D04}" type="presParOf" srcId="{19BCF52A-BFD2-49FA-9B43-A5D14960B916}" destId="{C1ECDFFA-2CCA-46E8-95F4-7E5CC798DC8D}" srcOrd="1" destOrd="0" presId="urn:microsoft.com/office/officeart/2018/5/layout/IconCircleLabelList"/>
    <dgm:cxn modelId="{88656A9F-7836-4D5F-B132-026F1DE08EC9}" type="presParOf" srcId="{19BCF52A-BFD2-49FA-9B43-A5D14960B916}" destId="{2E82C6F0-A3E1-421D-92AB-5E513B2DE517}" srcOrd="2" destOrd="0" presId="urn:microsoft.com/office/officeart/2018/5/layout/IconCircleLabelList"/>
    <dgm:cxn modelId="{F5561BFA-5E94-42D7-B1F1-228550DDF205}" type="presParOf" srcId="{2E82C6F0-A3E1-421D-92AB-5E513B2DE517}" destId="{A31E3CA9-F7F5-40E0-B412-50995BA648E4}" srcOrd="0" destOrd="0" presId="urn:microsoft.com/office/officeart/2018/5/layout/IconCircleLabelList"/>
    <dgm:cxn modelId="{0E2B7D49-5DD9-408C-A415-D35AFAD3999F}" type="presParOf" srcId="{2E82C6F0-A3E1-421D-92AB-5E513B2DE517}" destId="{CB889F62-BF19-4F8C-AD01-5710D5CBB792}" srcOrd="1" destOrd="0" presId="urn:microsoft.com/office/officeart/2018/5/layout/IconCircleLabelList"/>
    <dgm:cxn modelId="{F3256511-8010-4B26-9CEF-6FA4A66EB1B8}" type="presParOf" srcId="{2E82C6F0-A3E1-421D-92AB-5E513B2DE517}" destId="{5576D8F6-4B5F-4EDC-AC76-5457B758343A}" srcOrd="2" destOrd="0" presId="urn:microsoft.com/office/officeart/2018/5/layout/IconCircleLabelList"/>
    <dgm:cxn modelId="{4E7A62DA-C795-40FA-9C43-2A1A6C415D65}" type="presParOf" srcId="{2E82C6F0-A3E1-421D-92AB-5E513B2DE517}" destId="{0C5B5DCC-437B-463F-B565-668CC5D6E36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E319DF-4FC3-4550-8F95-9869341AF9D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F50B1E7-BE55-4819-A4B0-503A29AC982D}">
      <dgm:prSet/>
      <dgm:spPr/>
      <dgm:t>
        <a:bodyPr/>
        <a:lstStyle/>
        <a:p>
          <a:pPr>
            <a:defRPr cap="all"/>
          </a:pPr>
          <a:r>
            <a:rPr lang="en-US" b="1"/>
            <a:t>Relationships:</a:t>
          </a:r>
          <a:endParaRPr lang="en-US"/>
        </a:p>
      </dgm:t>
    </dgm:pt>
    <dgm:pt modelId="{FDF98E37-96FE-4D41-857E-ACAB4DE3127F}" type="parTrans" cxnId="{D826CCDF-BBBB-42AA-900A-6008F143DD0E}">
      <dgm:prSet/>
      <dgm:spPr/>
      <dgm:t>
        <a:bodyPr/>
        <a:lstStyle/>
        <a:p>
          <a:endParaRPr lang="en-US"/>
        </a:p>
      </dgm:t>
    </dgm:pt>
    <dgm:pt modelId="{96C6B96E-953E-461A-84A0-18CC04FFC6AE}" type="sibTrans" cxnId="{D826CCDF-BBBB-42AA-900A-6008F143DD0E}">
      <dgm:prSet/>
      <dgm:spPr/>
      <dgm:t>
        <a:bodyPr/>
        <a:lstStyle/>
        <a:p>
          <a:endParaRPr lang="en-US"/>
        </a:p>
      </dgm:t>
    </dgm:pt>
    <dgm:pt modelId="{E96A2E16-3847-4D68-8B00-3EA471FCF86D}">
      <dgm:prSet/>
      <dgm:spPr/>
      <dgm:t>
        <a:bodyPr/>
        <a:lstStyle/>
        <a:p>
          <a:pPr>
            <a:defRPr cap="all"/>
          </a:pPr>
          <a:r>
            <a:rPr lang="en-US" b="1"/>
            <a:t>Users</a:t>
          </a:r>
          <a:r>
            <a:rPr lang="en-US"/>
            <a:t> → </a:t>
          </a:r>
          <a:r>
            <a:rPr lang="en-US" b="1"/>
            <a:t>Orders</a:t>
          </a:r>
          <a:r>
            <a:rPr lang="en-US"/>
            <a:t> (One-to-Many)</a:t>
          </a:r>
        </a:p>
      </dgm:t>
    </dgm:pt>
    <dgm:pt modelId="{4209515E-4215-44B2-BE98-9D14CC48AAF0}" type="parTrans" cxnId="{CB0CFA0B-E6CB-41A4-856F-1589F947E7B6}">
      <dgm:prSet/>
      <dgm:spPr/>
      <dgm:t>
        <a:bodyPr/>
        <a:lstStyle/>
        <a:p>
          <a:endParaRPr lang="en-US"/>
        </a:p>
      </dgm:t>
    </dgm:pt>
    <dgm:pt modelId="{6D26AF34-8F3B-4E5D-A46C-116D3C1F79FA}" type="sibTrans" cxnId="{CB0CFA0B-E6CB-41A4-856F-1589F947E7B6}">
      <dgm:prSet/>
      <dgm:spPr/>
      <dgm:t>
        <a:bodyPr/>
        <a:lstStyle/>
        <a:p>
          <a:endParaRPr lang="en-US"/>
        </a:p>
      </dgm:t>
    </dgm:pt>
    <dgm:pt modelId="{89079CDF-DD40-4C74-A7FD-7FD284911D6C}">
      <dgm:prSet/>
      <dgm:spPr/>
      <dgm:t>
        <a:bodyPr/>
        <a:lstStyle/>
        <a:p>
          <a:pPr>
            <a:defRPr cap="all"/>
          </a:pPr>
          <a:r>
            <a:rPr lang="en-US" b="1"/>
            <a:t>Products</a:t>
          </a:r>
          <a:r>
            <a:rPr lang="en-US"/>
            <a:t> → </a:t>
          </a:r>
          <a:r>
            <a:rPr lang="en-US" b="1"/>
            <a:t>Order_Items</a:t>
          </a:r>
          <a:r>
            <a:rPr lang="en-US"/>
            <a:t> (One-to-Many)</a:t>
          </a:r>
        </a:p>
      </dgm:t>
    </dgm:pt>
    <dgm:pt modelId="{2C1E6A2B-926A-417F-AB0B-0D9F6DFA25AD}" type="parTrans" cxnId="{15980C57-2FB1-4B24-80E4-463C0441A51F}">
      <dgm:prSet/>
      <dgm:spPr/>
      <dgm:t>
        <a:bodyPr/>
        <a:lstStyle/>
        <a:p>
          <a:endParaRPr lang="en-US"/>
        </a:p>
      </dgm:t>
    </dgm:pt>
    <dgm:pt modelId="{E137EF95-A024-486D-9A52-5BCE02A9D737}" type="sibTrans" cxnId="{15980C57-2FB1-4B24-80E4-463C0441A51F}">
      <dgm:prSet/>
      <dgm:spPr/>
      <dgm:t>
        <a:bodyPr/>
        <a:lstStyle/>
        <a:p>
          <a:endParaRPr lang="en-US"/>
        </a:p>
      </dgm:t>
    </dgm:pt>
    <dgm:pt modelId="{5F38712F-A5B7-4DFA-A706-B5C7E0F1594B}">
      <dgm:prSet/>
      <dgm:spPr/>
      <dgm:t>
        <a:bodyPr/>
        <a:lstStyle/>
        <a:p>
          <a:pPr>
            <a:defRPr cap="all"/>
          </a:pPr>
          <a:r>
            <a:rPr lang="en-US" b="1"/>
            <a:t>Categories</a:t>
          </a:r>
          <a:r>
            <a:rPr lang="en-US"/>
            <a:t> → </a:t>
          </a:r>
          <a:r>
            <a:rPr lang="en-US" b="1"/>
            <a:t>Products</a:t>
          </a:r>
          <a:r>
            <a:rPr lang="en-US"/>
            <a:t> (One-to-Many)</a:t>
          </a:r>
        </a:p>
      </dgm:t>
    </dgm:pt>
    <dgm:pt modelId="{9CFCDF11-803C-4857-99EB-48706C1A90FC}" type="parTrans" cxnId="{096DC207-7A6D-454D-836E-9D15AF023A7E}">
      <dgm:prSet/>
      <dgm:spPr/>
      <dgm:t>
        <a:bodyPr/>
        <a:lstStyle/>
        <a:p>
          <a:endParaRPr lang="en-US"/>
        </a:p>
      </dgm:t>
    </dgm:pt>
    <dgm:pt modelId="{F0F78113-3CF6-40D4-9BA9-5493A0453223}" type="sibTrans" cxnId="{096DC207-7A6D-454D-836E-9D15AF023A7E}">
      <dgm:prSet/>
      <dgm:spPr/>
      <dgm:t>
        <a:bodyPr/>
        <a:lstStyle/>
        <a:p>
          <a:endParaRPr lang="en-US"/>
        </a:p>
      </dgm:t>
    </dgm:pt>
    <dgm:pt modelId="{374313FD-3083-4156-8868-9232A398CE4F}" type="pres">
      <dgm:prSet presAssocID="{33E319DF-4FC3-4550-8F95-9869341AF9DF}" presName="root" presStyleCnt="0">
        <dgm:presLayoutVars>
          <dgm:dir/>
          <dgm:resizeHandles val="exact"/>
        </dgm:presLayoutVars>
      </dgm:prSet>
      <dgm:spPr/>
    </dgm:pt>
    <dgm:pt modelId="{EB1985E4-FED3-4831-9BF7-88A9A81E252F}" type="pres">
      <dgm:prSet presAssocID="{FF50B1E7-BE55-4819-A4B0-503A29AC982D}" presName="compNode" presStyleCnt="0"/>
      <dgm:spPr/>
    </dgm:pt>
    <dgm:pt modelId="{78C1024D-1715-430F-AAB4-BD7F740D2D82}" type="pres">
      <dgm:prSet presAssocID="{FF50B1E7-BE55-4819-A4B0-503A29AC982D}" presName="iconBgRect" presStyleLbl="bgShp" presStyleIdx="0" presStyleCnt="4"/>
      <dgm:spPr/>
    </dgm:pt>
    <dgm:pt modelId="{A601FA75-07CF-460C-9AB9-63974B2EEAD8}" type="pres">
      <dgm:prSet presAssocID="{FF50B1E7-BE55-4819-A4B0-503A29AC982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22632C69-F84A-4F79-A3D5-2A4F93C815B4}" type="pres">
      <dgm:prSet presAssocID="{FF50B1E7-BE55-4819-A4B0-503A29AC982D}" presName="spaceRect" presStyleCnt="0"/>
      <dgm:spPr/>
    </dgm:pt>
    <dgm:pt modelId="{9E5DE26F-DACF-4AA9-89EC-2FF402E22B1F}" type="pres">
      <dgm:prSet presAssocID="{FF50B1E7-BE55-4819-A4B0-503A29AC982D}" presName="textRect" presStyleLbl="revTx" presStyleIdx="0" presStyleCnt="4">
        <dgm:presLayoutVars>
          <dgm:chMax val="1"/>
          <dgm:chPref val="1"/>
        </dgm:presLayoutVars>
      </dgm:prSet>
      <dgm:spPr/>
    </dgm:pt>
    <dgm:pt modelId="{A859AF37-7979-4D52-873B-B9F53A1FD66C}" type="pres">
      <dgm:prSet presAssocID="{96C6B96E-953E-461A-84A0-18CC04FFC6AE}" presName="sibTrans" presStyleCnt="0"/>
      <dgm:spPr/>
    </dgm:pt>
    <dgm:pt modelId="{1441E2B1-7ADD-40E4-B424-0D151FD663C7}" type="pres">
      <dgm:prSet presAssocID="{E96A2E16-3847-4D68-8B00-3EA471FCF86D}" presName="compNode" presStyleCnt="0"/>
      <dgm:spPr/>
    </dgm:pt>
    <dgm:pt modelId="{4EF322F8-EB67-484D-8939-EB5B39D9D1F5}" type="pres">
      <dgm:prSet presAssocID="{E96A2E16-3847-4D68-8B00-3EA471FCF86D}" presName="iconBgRect" presStyleLbl="bgShp" presStyleIdx="1" presStyleCnt="4"/>
      <dgm:spPr/>
    </dgm:pt>
    <dgm:pt modelId="{4B834609-0176-4A8C-8694-7C67D0816D83}" type="pres">
      <dgm:prSet presAssocID="{E96A2E16-3847-4D68-8B00-3EA471FCF86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BC5B4C5-3196-4D73-8C6B-3C695D32D664}" type="pres">
      <dgm:prSet presAssocID="{E96A2E16-3847-4D68-8B00-3EA471FCF86D}" presName="spaceRect" presStyleCnt="0"/>
      <dgm:spPr/>
    </dgm:pt>
    <dgm:pt modelId="{78224F6F-A522-4990-B160-B8F794302FD0}" type="pres">
      <dgm:prSet presAssocID="{E96A2E16-3847-4D68-8B00-3EA471FCF86D}" presName="textRect" presStyleLbl="revTx" presStyleIdx="1" presStyleCnt="4">
        <dgm:presLayoutVars>
          <dgm:chMax val="1"/>
          <dgm:chPref val="1"/>
        </dgm:presLayoutVars>
      </dgm:prSet>
      <dgm:spPr/>
    </dgm:pt>
    <dgm:pt modelId="{85502588-37EF-4787-BCF4-5EE22708C672}" type="pres">
      <dgm:prSet presAssocID="{6D26AF34-8F3B-4E5D-A46C-116D3C1F79FA}" presName="sibTrans" presStyleCnt="0"/>
      <dgm:spPr/>
    </dgm:pt>
    <dgm:pt modelId="{889D5BD1-CB4D-4E79-8DF0-65E52F0C833C}" type="pres">
      <dgm:prSet presAssocID="{89079CDF-DD40-4C74-A7FD-7FD284911D6C}" presName="compNode" presStyleCnt="0"/>
      <dgm:spPr/>
    </dgm:pt>
    <dgm:pt modelId="{D9122F46-E0B9-476C-90F8-376F9A83C309}" type="pres">
      <dgm:prSet presAssocID="{89079CDF-DD40-4C74-A7FD-7FD284911D6C}" presName="iconBgRect" presStyleLbl="bgShp" presStyleIdx="2" presStyleCnt="4"/>
      <dgm:spPr/>
    </dgm:pt>
    <dgm:pt modelId="{2B736278-27DE-43CC-A640-76DFC1FE195E}" type="pres">
      <dgm:prSet presAssocID="{89079CDF-DD40-4C74-A7FD-7FD284911D6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42DD14AE-3717-4563-9D2F-33F49E0EDD21}" type="pres">
      <dgm:prSet presAssocID="{89079CDF-DD40-4C74-A7FD-7FD284911D6C}" presName="spaceRect" presStyleCnt="0"/>
      <dgm:spPr/>
    </dgm:pt>
    <dgm:pt modelId="{E6B241CC-6766-4A79-8B69-55F5F414A44E}" type="pres">
      <dgm:prSet presAssocID="{89079CDF-DD40-4C74-A7FD-7FD284911D6C}" presName="textRect" presStyleLbl="revTx" presStyleIdx="2" presStyleCnt="4">
        <dgm:presLayoutVars>
          <dgm:chMax val="1"/>
          <dgm:chPref val="1"/>
        </dgm:presLayoutVars>
      </dgm:prSet>
      <dgm:spPr/>
    </dgm:pt>
    <dgm:pt modelId="{B59379B6-7366-47ED-9AE3-C98546ABEFC6}" type="pres">
      <dgm:prSet presAssocID="{E137EF95-A024-486D-9A52-5BCE02A9D737}" presName="sibTrans" presStyleCnt="0"/>
      <dgm:spPr/>
    </dgm:pt>
    <dgm:pt modelId="{18164B38-09B5-48A7-B248-E1472F8500AE}" type="pres">
      <dgm:prSet presAssocID="{5F38712F-A5B7-4DFA-A706-B5C7E0F1594B}" presName="compNode" presStyleCnt="0"/>
      <dgm:spPr/>
    </dgm:pt>
    <dgm:pt modelId="{90C17786-A264-4619-918D-FCD4D973E22A}" type="pres">
      <dgm:prSet presAssocID="{5F38712F-A5B7-4DFA-A706-B5C7E0F1594B}" presName="iconBgRect" presStyleLbl="bgShp" presStyleIdx="3" presStyleCnt="4"/>
      <dgm:spPr/>
    </dgm:pt>
    <dgm:pt modelId="{9D266AE2-44D9-41B0-87DF-C0052B5DF9C3}" type="pres">
      <dgm:prSet presAssocID="{5F38712F-A5B7-4DFA-A706-B5C7E0F159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04FE1027-A69C-4857-9A82-608E262323D3}" type="pres">
      <dgm:prSet presAssocID="{5F38712F-A5B7-4DFA-A706-B5C7E0F1594B}" presName="spaceRect" presStyleCnt="0"/>
      <dgm:spPr/>
    </dgm:pt>
    <dgm:pt modelId="{C5E716D7-FC88-41F0-BE9B-FE582014D2D7}" type="pres">
      <dgm:prSet presAssocID="{5F38712F-A5B7-4DFA-A706-B5C7E0F1594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6DC207-7A6D-454D-836E-9D15AF023A7E}" srcId="{33E319DF-4FC3-4550-8F95-9869341AF9DF}" destId="{5F38712F-A5B7-4DFA-A706-B5C7E0F1594B}" srcOrd="3" destOrd="0" parTransId="{9CFCDF11-803C-4857-99EB-48706C1A90FC}" sibTransId="{F0F78113-3CF6-40D4-9BA9-5493A0453223}"/>
    <dgm:cxn modelId="{CB0CFA0B-E6CB-41A4-856F-1589F947E7B6}" srcId="{33E319DF-4FC3-4550-8F95-9869341AF9DF}" destId="{E96A2E16-3847-4D68-8B00-3EA471FCF86D}" srcOrd="1" destOrd="0" parTransId="{4209515E-4215-44B2-BE98-9D14CC48AAF0}" sibTransId="{6D26AF34-8F3B-4E5D-A46C-116D3C1F79FA}"/>
    <dgm:cxn modelId="{017D4819-F3E3-4DC7-A6D3-CB64CB7ECD7E}" type="presOf" srcId="{33E319DF-4FC3-4550-8F95-9869341AF9DF}" destId="{374313FD-3083-4156-8868-9232A398CE4F}" srcOrd="0" destOrd="0" presId="urn:microsoft.com/office/officeart/2018/5/layout/IconCircleLabelList"/>
    <dgm:cxn modelId="{B2F11C3D-9625-4AF2-9D75-B8CAFAA1859A}" type="presOf" srcId="{5F38712F-A5B7-4DFA-A706-B5C7E0F1594B}" destId="{C5E716D7-FC88-41F0-BE9B-FE582014D2D7}" srcOrd="0" destOrd="0" presId="urn:microsoft.com/office/officeart/2018/5/layout/IconCircleLabelList"/>
    <dgm:cxn modelId="{26988C4E-3825-437F-A735-86BBD23AFFAD}" type="presOf" srcId="{89079CDF-DD40-4C74-A7FD-7FD284911D6C}" destId="{E6B241CC-6766-4A79-8B69-55F5F414A44E}" srcOrd="0" destOrd="0" presId="urn:microsoft.com/office/officeart/2018/5/layout/IconCircleLabelList"/>
    <dgm:cxn modelId="{15980C57-2FB1-4B24-80E4-463C0441A51F}" srcId="{33E319DF-4FC3-4550-8F95-9869341AF9DF}" destId="{89079CDF-DD40-4C74-A7FD-7FD284911D6C}" srcOrd="2" destOrd="0" parTransId="{2C1E6A2B-926A-417F-AB0B-0D9F6DFA25AD}" sibTransId="{E137EF95-A024-486D-9A52-5BCE02A9D737}"/>
    <dgm:cxn modelId="{520C2E93-36D7-48EE-B7B1-845F23F09784}" type="presOf" srcId="{FF50B1E7-BE55-4819-A4B0-503A29AC982D}" destId="{9E5DE26F-DACF-4AA9-89EC-2FF402E22B1F}" srcOrd="0" destOrd="0" presId="urn:microsoft.com/office/officeart/2018/5/layout/IconCircleLabelList"/>
    <dgm:cxn modelId="{6D4D27C5-5713-4739-B33C-90C631757C67}" type="presOf" srcId="{E96A2E16-3847-4D68-8B00-3EA471FCF86D}" destId="{78224F6F-A522-4990-B160-B8F794302FD0}" srcOrd="0" destOrd="0" presId="urn:microsoft.com/office/officeart/2018/5/layout/IconCircleLabelList"/>
    <dgm:cxn modelId="{D826CCDF-BBBB-42AA-900A-6008F143DD0E}" srcId="{33E319DF-4FC3-4550-8F95-9869341AF9DF}" destId="{FF50B1E7-BE55-4819-A4B0-503A29AC982D}" srcOrd="0" destOrd="0" parTransId="{FDF98E37-96FE-4D41-857E-ACAB4DE3127F}" sibTransId="{96C6B96E-953E-461A-84A0-18CC04FFC6AE}"/>
    <dgm:cxn modelId="{6415CF13-C3DE-48D5-A311-484E3D504DF6}" type="presParOf" srcId="{374313FD-3083-4156-8868-9232A398CE4F}" destId="{EB1985E4-FED3-4831-9BF7-88A9A81E252F}" srcOrd="0" destOrd="0" presId="urn:microsoft.com/office/officeart/2018/5/layout/IconCircleLabelList"/>
    <dgm:cxn modelId="{0CDABD09-B6D0-48F3-BD3D-8B47F6D6CBF4}" type="presParOf" srcId="{EB1985E4-FED3-4831-9BF7-88A9A81E252F}" destId="{78C1024D-1715-430F-AAB4-BD7F740D2D82}" srcOrd="0" destOrd="0" presId="urn:microsoft.com/office/officeart/2018/5/layout/IconCircleLabelList"/>
    <dgm:cxn modelId="{B1E6E3BB-920B-4313-91A1-1DA62C527E19}" type="presParOf" srcId="{EB1985E4-FED3-4831-9BF7-88A9A81E252F}" destId="{A601FA75-07CF-460C-9AB9-63974B2EEAD8}" srcOrd="1" destOrd="0" presId="urn:microsoft.com/office/officeart/2018/5/layout/IconCircleLabelList"/>
    <dgm:cxn modelId="{7846194A-436D-447B-A0B5-C5DB4F055705}" type="presParOf" srcId="{EB1985E4-FED3-4831-9BF7-88A9A81E252F}" destId="{22632C69-F84A-4F79-A3D5-2A4F93C815B4}" srcOrd="2" destOrd="0" presId="urn:microsoft.com/office/officeart/2018/5/layout/IconCircleLabelList"/>
    <dgm:cxn modelId="{3F4141F3-EFFF-434D-97C3-09888EDB45EB}" type="presParOf" srcId="{EB1985E4-FED3-4831-9BF7-88A9A81E252F}" destId="{9E5DE26F-DACF-4AA9-89EC-2FF402E22B1F}" srcOrd="3" destOrd="0" presId="urn:microsoft.com/office/officeart/2018/5/layout/IconCircleLabelList"/>
    <dgm:cxn modelId="{BA1D4714-E78C-4AB8-AD19-1AC07175B268}" type="presParOf" srcId="{374313FD-3083-4156-8868-9232A398CE4F}" destId="{A859AF37-7979-4D52-873B-B9F53A1FD66C}" srcOrd="1" destOrd="0" presId="urn:microsoft.com/office/officeart/2018/5/layout/IconCircleLabelList"/>
    <dgm:cxn modelId="{0CC04862-1188-4898-B165-57FE16AC96C8}" type="presParOf" srcId="{374313FD-3083-4156-8868-9232A398CE4F}" destId="{1441E2B1-7ADD-40E4-B424-0D151FD663C7}" srcOrd="2" destOrd="0" presId="urn:microsoft.com/office/officeart/2018/5/layout/IconCircleLabelList"/>
    <dgm:cxn modelId="{1AA8C0DF-FC71-4B2E-8100-D7C83E3257AF}" type="presParOf" srcId="{1441E2B1-7ADD-40E4-B424-0D151FD663C7}" destId="{4EF322F8-EB67-484D-8939-EB5B39D9D1F5}" srcOrd="0" destOrd="0" presId="urn:microsoft.com/office/officeart/2018/5/layout/IconCircleLabelList"/>
    <dgm:cxn modelId="{52A8F9E6-DA17-4974-96D7-2A3998CFDB35}" type="presParOf" srcId="{1441E2B1-7ADD-40E4-B424-0D151FD663C7}" destId="{4B834609-0176-4A8C-8694-7C67D0816D83}" srcOrd="1" destOrd="0" presId="urn:microsoft.com/office/officeart/2018/5/layout/IconCircleLabelList"/>
    <dgm:cxn modelId="{65D5FFB7-62A0-4E86-A3B6-AC1DA4717FA2}" type="presParOf" srcId="{1441E2B1-7ADD-40E4-B424-0D151FD663C7}" destId="{BBC5B4C5-3196-4D73-8C6B-3C695D32D664}" srcOrd="2" destOrd="0" presId="urn:microsoft.com/office/officeart/2018/5/layout/IconCircleLabelList"/>
    <dgm:cxn modelId="{F4DAE0A2-5F4E-4C8B-B63D-6BD751EAA2F2}" type="presParOf" srcId="{1441E2B1-7ADD-40E4-B424-0D151FD663C7}" destId="{78224F6F-A522-4990-B160-B8F794302FD0}" srcOrd="3" destOrd="0" presId="urn:microsoft.com/office/officeart/2018/5/layout/IconCircleLabelList"/>
    <dgm:cxn modelId="{E13A8057-AC7E-40F5-B9EF-2E9ACB7264E7}" type="presParOf" srcId="{374313FD-3083-4156-8868-9232A398CE4F}" destId="{85502588-37EF-4787-BCF4-5EE22708C672}" srcOrd="3" destOrd="0" presId="urn:microsoft.com/office/officeart/2018/5/layout/IconCircleLabelList"/>
    <dgm:cxn modelId="{F82DF150-5654-4A58-8CD3-CEA8388A3F35}" type="presParOf" srcId="{374313FD-3083-4156-8868-9232A398CE4F}" destId="{889D5BD1-CB4D-4E79-8DF0-65E52F0C833C}" srcOrd="4" destOrd="0" presId="urn:microsoft.com/office/officeart/2018/5/layout/IconCircleLabelList"/>
    <dgm:cxn modelId="{F0158FAF-9FF5-4185-AFDE-DB533C3FD6E3}" type="presParOf" srcId="{889D5BD1-CB4D-4E79-8DF0-65E52F0C833C}" destId="{D9122F46-E0B9-476C-90F8-376F9A83C309}" srcOrd="0" destOrd="0" presId="urn:microsoft.com/office/officeart/2018/5/layout/IconCircleLabelList"/>
    <dgm:cxn modelId="{D4B88767-33B1-40EA-9CC2-07EA8CB2A80F}" type="presParOf" srcId="{889D5BD1-CB4D-4E79-8DF0-65E52F0C833C}" destId="{2B736278-27DE-43CC-A640-76DFC1FE195E}" srcOrd="1" destOrd="0" presId="urn:microsoft.com/office/officeart/2018/5/layout/IconCircleLabelList"/>
    <dgm:cxn modelId="{F1E00535-650F-429B-ADB1-71C70D46B827}" type="presParOf" srcId="{889D5BD1-CB4D-4E79-8DF0-65E52F0C833C}" destId="{42DD14AE-3717-4563-9D2F-33F49E0EDD21}" srcOrd="2" destOrd="0" presId="urn:microsoft.com/office/officeart/2018/5/layout/IconCircleLabelList"/>
    <dgm:cxn modelId="{037CC068-D91D-4C03-B8B4-D57F4E89540B}" type="presParOf" srcId="{889D5BD1-CB4D-4E79-8DF0-65E52F0C833C}" destId="{E6B241CC-6766-4A79-8B69-55F5F414A44E}" srcOrd="3" destOrd="0" presId="urn:microsoft.com/office/officeart/2018/5/layout/IconCircleLabelList"/>
    <dgm:cxn modelId="{EEB36B4A-92C0-4F02-80FB-D4C19AEA9197}" type="presParOf" srcId="{374313FD-3083-4156-8868-9232A398CE4F}" destId="{B59379B6-7366-47ED-9AE3-C98546ABEFC6}" srcOrd="5" destOrd="0" presId="urn:microsoft.com/office/officeart/2018/5/layout/IconCircleLabelList"/>
    <dgm:cxn modelId="{1BBF1B4F-EED9-40E8-B4F3-2EE63668EEAE}" type="presParOf" srcId="{374313FD-3083-4156-8868-9232A398CE4F}" destId="{18164B38-09B5-48A7-B248-E1472F8500AE}" srcOrd="6" destOrd="0" presId="urn:microsoft.com/office/officeart/2018/5/layout/IconCircleLabelList"/>
    <dgm:cxn modelId="{8CE93B75-5911-4758-8239-AB3348314089}" type="presParOf" srcId="{18164B38-09B5-48A7-B248-E1472F8500AE}" destId="{90C17786-A264-4619-918D-FCD4D973E22A}" srcOrd="0" destOrd="0" presId="urn:microsoft.com/office/officeart/2018/5/layout/IconCircleLabelList"/>
    <dgm:cxn modelId="{9769AC25-773A-4ED1-91C8-662A5E4CAA3E}" type="presParOf" srcId="{18164B38-09B5-48A7-B248-E1472F8500AE}" destId="{9D266AE2-44D9-41B0-87DF-C0052B5DF9C3}" srcOrd="1" destOrd="0" presId="urn:microsoft.com/office/officeart/2018/5/layout/IconCircleLabelList"/>
    <dgm:cxn modelId="{C635B1DD-9223-4B4F-BF17-7DF2CAA13D83}" type="presParOf" srcId="{18164B38-09B5-48A7-B248-E1472F8500AE}" destId="{04FE1027-A69C-4857-9A82-608E262323D3}" srcOrd="2" destOrd="0" presId="urn:microsoft.com/office/officeart/2018/5/layout/IconCircleLabelList"/>
    <dgm:cxn modelId="{5A5478EF-5216-48A4-8248-59F9EF4E8C1C}" type="presParOf" srcId="{18164B38-09B5-48A7-B248-E1472F8500AE}" destId="{C5E716D7-FC88-41F0-BE9B-FE582014D2D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F35C9F-C96C-4846-AE08-DE23103CCD4D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6540B0-F4F8-469A-93CD-F56C7653CD3D}">
      <dgm:prSet/>
      <dgm:spPr/>
      <dgm:t>
        <a:bodyPr/>
        <a:lstStyle/>
        <a:p>
          <a:r>
            <a:rPr lang="en-US" b="1"/>
            <a:t>Skills &amp; Knowledge Gained</a:t>
          </a:r>
          <a:endParaRPr lang="en-US"/>
        </a:p>
      </dgm:t>
    </dgm:pt>
    <dgm:pt modelId="{CBFF0283-1079-4AAA-AFB2-1B714A8E12B3}" type="parTrans" cxnId="{CC77C248-1083-460B-99C6-438D90720370}">
      <dgm:prSet/>
      <dgm:spPr/>
      <dgm:t>
        <a:bodyPr/>
        <a:lstStyle/>
        <a:p>
          <a:endParaRPr lang="en-US"/>
        </a:p>
      </dgm:t>
    </dgm:pt>
    <dgm:pt modelId="{5E817F8D-BCC4-47DC-ACF1-6E75B7601052}" type="sibTrans" cxnId="{CC77C248-1083-460B-99C6-438D90720370}">
      <dgm:prSet/>
      <dgm:spPr/>
      <dgm:t>
        <a:bodyPr/>
        <a:lstStyle/>
        <a:p>
          <a:endParaRPr lang="en-US"/>
        </a:p>
      </dgm:t>
    </dgm:pt>
    <dgm:pt modelId="{DA75987B-B401-4D21-B9D8-C9551D6A9116}">
      <dgm:prSet/>
      <dgm:spPr/>
      <dgm:t>
        <a:bodyPr/>
        <a:lstStyle/>
        <a:p>
          <a:r>
            <a:rPr lang="en-US" b="1"/>
            <a:t>Technical Competencies:</a:t>
          </a:r>
          <a:endParaRPr lang="en-US"/>
        </a:p>
      </dgm:t>
    </dgm:pt>
    <dgm:pt modelId="{E2D5E6AD-11D4-4C37-BE67-B8B611374E9A}" type="parTrans" cxnId="{395A61BF-A1BB-4282-AFF5-02E30BAF7B15}">
      <dgm:prSet/>
      <dgm:spPr/>
      <dgm:t>
        <a:bodyPr/>
        <a:lstStyle/>
        <a:p>
          <a:endParaRPr lang="en-US"/>
        </a:p>
      </dgm:t>
    </dgm:pt>
    <dgm:pt modelId="{30E6436E-C302-4312-8EF5-9B4C26A87097}" type="sibTrans" cxnId="{395A61BF-A1BB-4282-AFF5-02E30BAF7B15}">
      <dgm:prSet/>
      <dgm:spPr/>
      <dgm:t>
        <a:bodyPr/>
        <a:lstStyle/>
        <a:p>
          <a:endParaRPr lang="en-US"/>
        </a:p>
      </dgm:t>
    </dgm:pt>
    <dgm:pt modelId="{1A0768D4-0DFF-4BD4-87B2-EA02F0F003D2}">
      <dgm:prSet/>
      <dgm:spPr/>
      <dgm:t>
        <a:bodyPr/>
        <a:lstStyle/>
        <a:p>
          <a:r>
            <a:rPr lang="en-US"/>
            <a:t>Full-stack web development workflow</a:t>
          </a:r>
        </a:p>
      </dgm:t>
    </dgm:pt>
    <dgm:pt modelId="{6B89F2B6-4DE4-4A4C-8B94-56A1B152AEE2}" type="parTrans" cxnId="{E1FF9CA4-707B-4EB5-AE0C-42E780465E4A}">
      <dgm:prSet/>
      <dgm:spPr/>
      <dgm:t>
        <a:bodyPr/>
        <a:lstStyle/>
        <a:p>
          <a:endParaRPr lang="en-US"/>
        </a:p>
      </dgm:t>
    </dgm:pt>
    <dgm:pt modelId="{725CCBA2-501F-4D19-BF82-0F6EC67C3F8C}" type="sibTrans" cxnId="{E1FF9CA4-707B-4EB5-AE0C-42E780465E4A}">
      <dgm:prSet/>
      <dgm:spPr/>
      <dgm:t>
        <a:bodyPr/>
        <a:lstStyle/>
        <a:p>
          <a:endParaRPr lang="en-US"/>
        </a:p>
      </dgm:t>
    </dgm:pt>
    <dgm:pt modelId="{ED580A05-37F6-4881-BE2C-8626F2FE4953}">
      <dgm:prSet/>
      <dgm:spPr/>
      <dgm:t>
        <a:bodyPr/>
        <a:lstStyle/>
        <a:p>
          <a:r>
            <a:rPr lang="en-US"/>
            <a:t>Database design &amp; optimization</a:t>
          </a:r>
        </a:p>
      </dgm:t>
    </dgm:pt>
    <dgm:pt modelId="{61244FD5-DB45-4DED-946C-769068C8FF0D}" type="parTrans" cxnId="{368E11BD-08F5-4187-B934-E35CB2627AD2}">
      <dgm:prSet/>
      <dgm:spPr/>
      <dgm:t>
        <a:bodyPr/>
        <a:lstStyle/>
        <a:p>
          <a:endParaRPr lang="en-US"/>
        </a:p>
      </dgm:t>
    </dgm:pt>
    <dgm:pt modelId="{EBEDEF93-AED6-4B26-9A56-AC0E07ABD679}" type="sibTrans" cxnId="{368E11BD-08F5-4187-B934-E35CB2627AD2}">
      <dgm:prSet/>
      <dgm:spPr/>
      <dgm:t>
        <a:bodyPr/>
        <a:lstStyle/>
        <a:p>
          <a:endParaRPr lang="en-US"/>
        </a:p>
      </dgm:t>
    </dgm:pt>
    <dgm:pt modelId="{1A1F1C75-4CD3-4070-AAD9-0E0C3CE149A6}">
      <dgm:prSet/>
      <dgm:spPr/>
      <dgm:t>
        <a:bodyPr/>
        <a:lstStyle/>
        <a:p>
          <a:r>
            <a:rPr lang="en-US"/>
            <a:t>Server-side programming with PHP</a:t>
          </a:r>
        </a:p>
      </dgm:t>
    </dgm:pt>
    <dgm:pt modelId="{17D7F12C-59ED-4C2B-A16C-F13F3AE34CF6}" type="parTrans" cxnId="{859726FE-9C27-4685-B6FB-3B203E7CAD3A}">
      <dgm:prSet/>
      <dgm:spPr/>
      <dgm:t>
        <a:bodyPr/>
        <a:lstStyle/>
        <a:p>
          <a:endParaRPr lang="en-US"/>
        </a:p>
      </dgm:t>
    </dgm:pt>
    <dgm:pt modelId="{18557446-C777-432E-A900-FC52F9B139B8}" type="sibTrans" cxnId="{859726FE-9C27-4685-B6FB-3B203E7CAD3A}">
      <dgm:prSet/>
      <dgm:spPr/>
      <dgm:t>
        <a:bodyPr/>
        <a:lstStyle/>
        <a:p>
          <a:endParaRPr lang="en-US"/>
        </a:p>
      </dgm:t>
    </dgm:pt>
    <dgm:pt modelId="{641A9D74-E75C-4946-82F1-8C9F6F1FAFE5}">
      <dgm:prSet/>
      <dgm:spPr/>
      <dgm:t>
        <a:bodyPr/>
        <a:lstStyle/>
        <a:p>
          <a:r>
            <a:rPr lang="en-US"/>
            <a:t>Frontend-backend integration</a:t>
          </a:r>
        </a:p>
      </dgm:t>
    </dgm:pt>
    <dgm:pt modelId="{F0E6486E-5101-4C4E-8BF6-78C4BCDA9B49}" type="parTrans" cxnId="{15E3FA5A-9B3C-4F53-8FF8-212C428589D7}">
      <dgm:prSet/>
      <dgm:spPr/>
      <dgm:t>
        <a:bodyPr/>
        <a:lstStyle/>
        <a:p>
          <a:endParaRPr lang="en-US"/>
        </a:p>
      </dgm:t>
    </dgm:pt>
    <dgm:pt modelId="{FFC31B44-2896-4D84-8299-AFE64B5490BF}" type="sibTrans" cxnId="{15E3FA5A-9B3C-4F53-8FF8-212C428589D7}">
      <dgm:prSet/>
      <dgm:spPr/>
      <dgm:t>
        <a:bodyPr/>
        <a:lstStyle/>
        <a:p>
          <a:endParaRPr lang="en-US"/>
        </a:p>
      </dgm:t>
    </dgm:pt>
    <dgm:pt modelId="{64BE3673-B077-42F5-8CA6-DC1C110383CB}">
      <dgm:prSet/>
      <dgm:spPr/>
      <dgm:t>
        <a:bodyPr/>
        <a:lstStyle/>
        <a:p>
          <a:r>
            <a:rPr lang="en-US"/>
            <a:t>Version control with Git</a:t>
          </a:r>
        </a:p>
      </dgm:t>
    </dgm:pt>
    <dgm:pt modelId="{EE982685-2A0B-4734-B6E5-7503AAB9F180}" type="parTrans" cxnId="{43CD46D7-A383-4CAB-9D97-40F619549591}">
      <dgm:prSet/>
      <dgm:spPr/>
      <dgm:t>
        <a:bodyPr/>
        <a:lstStyle/>
        <a:p>
          <a:endParaRPr lang="en-US"/>
        </a:p>
      </dgm:t>
    </dgm:pt>
    <dgm:pt modelId="{E79E54E1-165D-4134-B27F-C1A9AED9C294}" type="sibTrans" cxnId="{43CD46D7-A383-4CAB-9D97-40F619549591}">
      <dgm:prSet/>
      <dgm:spPr/>
      <dgm:t>
        <a:bodyPr/>
        <a:lstStyle/>
        <a:p>
          <a:endParaRPr lang="en-US"/>
        </a:p>
      </dgm:t>
    </dgm:pt>
    <dgm:pt modelId="{B021D3A3-1233-461B-8D6C-2958B0B70BAC}">
      <dgm:prSet/>
      <dgm:spPr/>
      <dgm:t>
        <a:bodyPr/>
        <a:lstStyle/>
        <a:p>
          <a:r>
            <a:rPr lang="en-US" b="1"/>
            <a:t>Professional Skills:</a:t>
          </a:r>
          <a:endParaRPr lang="en-US"/>
        </a:p>
      </dgm:t>
    </dgm:pt>
    <dgm:pt modelId="{B66D6892-18AF-4DCE-837C-01D1DC1B169A}" type="parTrans" cxnId="{A500215E-6D04-4773-B10D-22828B540719}">
      <dgm:prSet/>
      <dgm:spPr/>
      <dgm:t>
        <a:bodyPr/>
        <a:lstStyle/>
        <a:p>
          <a:endParaRPr lang="en-US"/>
        </a:p>
      </dgm:t>
    </dgm:pt>
    <dgm:pt modelId="{C547B311-189B-4170-8414-614FFEB5A63C}" type="sibTrans" cxnId="{A500215E-6D04-4773-B10D-22828B540719}">
      <dgm:prSet/>
      <dgm:spPr/>
      <dgm:t>
        <a:bodyPr/>
        <a:lstStyle/>
        <a:p>
          <a:endParaRPr lang="en-US"/>
        </a:p>
      </dgm:t>
    </dgm:pt>
    <dgm:pt modelId="{E92DC20E-7728-429D-B31F-328FEE667C48}">
      <dgm:prSet/>
      <dgm:spPr/>
      <dgm:t>
        <a:bodyPr/>
        <a:lstStyle/>
        <a:p>
          <a:r>
            <a:rPr lang="en-US"/>
            <a:t>Problem-solving &amp; debugging</a:t>
          </a:r>
        </a:p>
      </dgm:t>
    </dgm:pt>
    <dgm:pt modelId="{D11751F7-3AE8-41C1-B9EA-408927E60A5C}" type="parTrans" cxnId="{D782EE8B-674F-480D-B839-E9D8469A9B75}">
      <dgm:prSet/>
      <dgm:spPr/>
      <dgm:t>
        <a:bodyPr/>
        <a:lstStyle/>
        <a:p>
          <a:endParaRPr lang="en-US"/>
        </a:p>
      </dgm:t>
    </dgm:pt>
    <dgm:pt modelId="{EEEA0B34-5CE5-4608-9F57-743436C42ED0}" type="sibTrans" cxnId="{D782EE8B-674F-480D-B839-E9D8469A9B75}">
      <dgm:prSet/>
      <dgm:spPr/>
      <dgm:t>
        <a:bodyPr/>
        <a:lstStyle/>
        <a:p>
          <a:endParaRPr lang="en-US"/>
        </a:p>
      </dgm:t>
    </dgm:pt>
    <dgm:pt modelId="{CFDDD404-DB4D-4390-ADD1-F5C9FB626AA1}">
      <dgm:prSet/>
      <dgm:spPr/>
      <dgm:t>
        <a:bodyPr/>
        <a:lstStyle/>
        <a:p>
          <a:r>
            <a:rPr lang="en-US"/>
            <a:t>Project planning &amp; execution</a:t>
          </a:r>
        </a:p>
      </dgm:t>
    </dgm:pt>
    <dgm:pt modelId="{9D6E7B67-B9F6-4EFA-A92A-F2E0EC14C2D5}" type="parTrans" cxnId="{7B2BCA9B-DB58-4B75-9358-A56696E2B08E}">
      <dgm:prSet/>
      <dgm:spPr/>
      <dgm:t>
        <a:bodyPr/>
        <a:lstStyle/>
        <a:p>
          <a:endParaRPr lang="en-US"/>
        </a:p>
      </dgm:t>
    </dgm:pt>
    <dgm:pt modelId="{80197A82-584C-484A-B114-97AE62697342}" type="sibTrans" cxnId="{7B2BCA9B-DB58-4B75-9358-A56696E2B08E}">
      <dgm:prSet/>
      <dgm:spPr/>
      <dgm:t>
        <a:bodyPr/>
        <a:lstStyle/>
        <a:p>
          <a:endParaRPr lang="en-US"/>
        </a:p>
      </dgm:t>
    </dgm:pt>
    <dgm:pt modelId="{EFE26F80-9D88-4CE1-AC2B-8339AC26C9ED}">
      <dgm:prSet/>
      <dgm:spPr/>
      <dgm:t>
        <a:bodyPr/>
        <a:lstStyle/>
        <a:p>
          <a:r>
            <a:rPr lang="en-US"/>
            <a:t>Documentation practices</a:t>
          </a:r>
        </a:p>
      </dgm:t>
    </dgm:pt>
    <dgm:pt modelId="{FCE0AF3C-60CB-4BBC-8360-8C06D06F3FC9}" type="parTrans" cxnId="{B539C746-204C-4923-88B2-1F0541AD0934}">
      <dgm:prSet/>
      <dgm:spPr/>
      <dgm:t>
        <a:bodyPr/>
        <a:lstStyle/>
        <a:p>
          <a:endParaRPr lang="en-US"/>
        </a:p>
      </dgm:t>
    </dgm:pt>
    <dgm:pt modelId="{7DAF0F42-7D9E-4D65-84C6-56332A927BC0}" type="sibTrans" cxnId="{B539C746-204C-4923-88B2-1F0541AD0934}">
      <dgm:prSet/>
      <dgm:spPr/>
      <dgm:t>
        <a:bodyPr/>
        <a:lstStyle/>
        <a:p>
          <a:endParaRPr lang="en-US"/>
        </a:p>
      </dgm:t>
    </dgm:pt>
    <dgm:pt modelId="{0526F6B1-B04A-4453-AD11-7671B15FF54D}">
      <dgm:prSet/>
      <dgm:spPr/>
      <dgm:t>
        <a:bodyPr/>
        <a:lstStyle/>
        <a:p>
          <a:r>
            <a:rPr lang="en-US"/>
            <a:t>Testing &amp; quality assurance</a:t>
          </a:r>
        </a:p>
      </dgm:t>
    </dgm:pt>
    <dgm:pt modelId="{F6E8AD78-C01B-4266-903E-1A3B66D339D0}" type="parTrans" cxnId="{5B2C7FB8-2698-4865-80D4-C8005C79F80D}">
      <dgm:prSet/>
      <dgm:spPr/>
      <dgm:t>
        <a:bodyPr/>
        <a:lstStyle/>
        <a:p>
          <a:endParaRPr lang="en-US"/>
        </a:p>
      </dgm:t>
    </dgm:pt>
    <dgm:pt modelId="{8E3D0175-535C-4637-AB45-E9269A889A26}" type="sibTrans" cxnId="{5B2C7FB8-2698-4865-80D4-C8005C79F80D}">
      <dgm:prSet/>
      <dgm:spPr/>
      <dgm:t>
        <a:bodyPr/>
        <a:lstStyle/>
        <a:p>
          <a:endParaRPr lang="en-US"/>
        </a:p>
      </dgm:t>
    </dgm:pt>
    <dgm:pt modelId="{DE568840-869D-4009-8F3F-E678DCBC2B30}">
      <dgm:prSet/>
      <dgm:spPr/>
      <dgm:t>
        <a:bodyPr/>
        <a:lstStyle/>
        <a:p>
          <a:r>
            <a:rPr lang="en-US" b="1"/>
            <a:t>Soft Skills:</a:t>
          </a:r>
          <a:endParaRPr lang="en-US"/>
        </a:p>
      </dgm:t>
    </dgm:pt>
    <dgm:pt modelId="{7D134A43-40DE-4F24-A989-0402EE36BB84}" type="parTrans" cxnId="{EBC5F85C-DD94-4AE9-A470-9A9E05D16EEB}">
      <dgm:prSet/>
      <dgm:spPr/>
      <dgm:t>
        <a:bodyPr/>
        <a:lstStyle/>
        <a:p>
          <a:endParaRPr lang="en-US"/>
        </a:p>
      </dgm:t>
    </dgm:pt>
    <dgm:pt modelId="{6D108693-FA54-41B4-91B4-F9EECCC03348}" type="sibTrans" cxnId="{EBC5F85C-DD94-4AE9-A470-9A9E05D16EEB}">
      <dgm:prSet/>
      <dgm:spPr/>
      <dgm:t>
        <a:bodyPr/>
        <a:lstStyle/>
        <a:p>
          <a:endParaRPr lang="en-US"/>
        </a:p>
      </dgm:t>
    </dgm:pt>
    <dgm:pt modelId="{29B32B96-1694-40AC-9504-DC8A1F07B6EF}">
      <dgm:prSet/>
      <dgm:spPr/>
      <dgm:t>
        <a:bodyPr/>
        <a:lstStyle/>
        <a:p>
          <a:r>
            <a:rPr lang="en-US"/>
            <a:t>Time management</a:t>
          </a:r>
        </a:p>
      </dgm:t>
    </dgm:pt>
    <dgm:pt modelId="{507BCC1D-D29D-4DEF-AF58-2A668E923189}" type="parTrans" cxnId="{64E24811-E766-4BBB-8233-BDBAFEEEF94C}">
      <dgm:prSet/>
      <dgm:spPr/>
      <dgm:t>
        <a:bodyPr/>
        <a:lstStyle/>
        <a:p>
          <a:endParaRPr lang="en-US"/>
        </a:p>
      </dgm:t>
    </dgm:pt>
    <dgm:pt modelId="{7A9BAB29-DED1-4DC6-A588-BC3DB12F6093}" type="sibTrans" cxnId="{64E24811-E766-4BBB-8233-BDBAFEEEF94C}">
      <dgm:prSet/>
      <dgm:spPr/>
      <dgm:t>
        <a:bodyPr/>
        <a:lstStyle/>
        <a:p>
          <a:endParaRPr lang="en-US"/>
        </a:p>
      </dgm:t>
    </dgm:pt>
    <dgm:pt modelId="{EE77B6C8-EC9C-468F-867D-BC94C9035BFC}">
      <dgm:prSet/>
      <dgm:spPr/>
      <dgm:t>
        <a:bodyPr/>
        <a:lstStyle/>
        <a:p>
          <a:r>
            <a:rPr lang="en-US"/>
            <a:t>Attention to detail</a:t>
          </a:r>
        </a:p>
      </dgm:t>
    </dgm:pt>
    <dgm:pt modelId="{2ABA91CB-6CDD-4DB5-A8D3-30F708B8CE15}" type="parTrans" cxnId="{10CF538A-640C-49DF-B81B-66A2ADC3FF1F}">
      <dgm:prSet/>
      <dgm:spPr/>
      <dgm:t>
        <a:bodyPr/>
        <a:lstStyle/>
        <a:p>
          <a:endParaRPr lang="en-US"/>
        </a:p>
      </dgm:t>
    </dgm:pt>
    <dgm:pt modelId="{5F9BC11D-BDEA-484C-A3C2-FBDD3E8E929B}" type="sibTrans" cxnId="{10CF538A-640C-49DF-B81B-66A2ADC3FF1F}">
      <dgm:prSet/>
      <dgm:spPr/>
      <dgm:t>
        <a:bodyPr/>
        <a:lstStyle/>
        <a:p>
          <a:endParaRPr lang="en-US"/>
        </a:p>
      </dgm:t>
    </dgm:pt>
    <dgm:pt modelId="{23BFBB96-3321-4BBD-BF52-7AEFBF9A55A8}">
      <dgm:prSet/>
      <dgm:spPr/>
      <dgm:t>
        <a:bodyPr/>
        <a:lstStyle/>
        <a:p>
          <a:r>
            <a:rPr lang="en-US"/>
            <a:t>Persistence through challenges</a:t>
          </a:r>
        </a:p>
      </dgm:t>
    </dgm:pt>
    <dgm:pt modelId="{9D102FD1-CAA3-4D31-8DCA-F165AF0084E8}" type="parTrans" cxnId="{355D86C8-0940-4844-8754-7C742DAA696C}">
      <dgm:prSet/>
      <dgm:spPr/>
      <dgm:t>
        <a:bodyPr/>
        <a:lstStyle/>
        <a:p>
          <a:endParaRPr lang="en-US"/>
        </a:p>
      </dgm:t>
    </dgm:pt>
    <dgm:pt modelId="{1E884E10-28E6-4D18-8E40-2BEF5A212EDF}" type="sibTrans" cxnId="{355D86C8-0940-4844-8754-7C742DAA696C}">
      <dgm:prSet/>
      <dgm:spPr/>
      <dgm:t>
        <a:bodyPr/>
        <a:lstStyle/>
        <a:p>
          <a:endParaRPr lang="en-US"/>
        </a:p>
      </dgm:t>
    </dgm:pt>
    <dgm:pt modelId="{5A470AE4-996F-495B-A837-CFEC89E26559}">
      <dgm:prSet/>
      <dgm:spPr/>
      <dgm:t>
        <a:bodyPr/>
        <a:lstStyle/>
        <a:p>
          <a:r>
            <a:rPr lang="en-US"/>
            <a:t>Continuous learning mindset</a:t>
          </a:r>
        </a:p>
      </dgm:t>
    </dgm:pt>
    <dgm:pt modelId="{D4ED1EBE-A864-44E3-A4C2-81B04BF7C843}" type="parTrans" cxnId="{61C00DAE-54C5-4B58-BB39-50069214CC4B}">
      <dgm:prSet/>
      <dgm:spPr/>
      <dgm:t>
        <a:bodyPr/>
        <a:lstStyle/>
        <a:p>
          <a:endParaRPr lang="en-US"/>
        </a:p>
      </dgm:t>
    </dgm:pt>
    <dgm:pt modelId="{F103B450-C84F-4C60-886C-3EC3821C410D}" type="sibTrans" cxnId="{61C00DAE-54C5-4B58-BB39-50069214CC4B}">
      <dgm:prSet/>
      <dgm:spPr/>
      <dgm:t>
        <a:bodyPr/>
        <a:lstStyle/>
        <a:p>
          <a:endParaRPr lang="en-US"/>
        </a:p>
      </dgm:t>
    </dgm:pt>
    <dgm:pt modelId="{6DB9F60A-546D-4FC0-8B7C-92CA9CA9455D}" type="pres">
      <dgm:prSet presAssocID="{EFF35C9F-C96C-4846-AE08-DE23103CCD4D}" presName="diagram" presStyleCnt="0">
        <dgm:presLayoutVars>
          <dgm:dir/>
          <dgm:resizeHandles val="exact"/>
        </dgm:presLayoutVars>
      </dgm:prSet>
      <dgm:spPr/>
    </dgm:pt>
    <dgm:pt modelId="{C52576DD-E323-4609-BA92-45F3B704CC1C}" type="pres">
      <dgm:prSet presAssocID="{716540B0-F4F8-469A-93CD-F56C7653CD3D}" presName="node" presStyleLbl="node1" presStyleIdx="0" presStyleCnt="17">
        <dgm:presLayoutVars>
          <dgm:bulletEnabled val="1"/>
        </dgm:presLayoutVars>
      </dgm:prSet>
      <dgm:spPr/>
    </dgm:pt>
    <dgm:pt modelId="{8069FACD-616A-4376-A249-E45E3DEF6410}" type="pres">
      <dgm:prSet presAssocID="{5E817F8D-BCC4-47DC-ACF1-6E75B7601052}" presName="sibTrans" presStyleCnt="0"/>
      <dgm:spPr/>
    </dgm:pt>
    <dgm:pt modelId="{78903220-196B-457D-881C-5D0A41726CEA}" type="pres">
      <dgm:prSet presAssocID="{DA75987B-B401-4D21-B9D8-C9551D6A9116}" presName="node" presStyleLbl="node1" presStyleIdx="1" presStyleCnt="17">
        <dgm:presLayoutVars>
          <dgm:bulletEnabled val="1"/>
        </dgm:presLayoutVars>
      </dgm:prSet>
      <dgm:spPr/>
    </dgm:pt>
    <dgm:pt modelId="{FF40ED80-5536-4BCC-A01A-B502C8EA18F6}" type="pres">
      <dgm:prSet presAssocID="{30E6436E-C302-4312-8EF5-9B4C26A87097}" presName="sibTrans" presStyleCnt="0"/>
      <dgm:spPr/>
    </dgm:pt>
    <dgm:pt modelId="{F43721D8-1D6C-458A-AE00-F66A443CF50E}" type="pres">
      <dgm:prSet presAssocID="{1A0768D4-0DFF-4BD4-87B2-EA02F0F003D2}" presName="node" presStyleLbl="node1" presStyleIdx="2" presStyleCnt="17">
        <dgm:presLayoutVars>
          <dgm:bulletEnabled val="1"/>
        </dgm:presLayoutVars>
      </dgm:prSet>
      <dgm:spPr/>
    </dgm:pt>
    <dgm:pt modelId="{1C2B76E0-0AAF-48FC-B7C9-C60486FE9FEA}" type="pres">
      <dgm:prSet presAssocID="{725CCBA2-501F-4D19-BF82-0F6EC67C3F8C}" presName="sibTrans" presStyleCnt="0"/>
      <dgm:spPr/>
    </dgm:pt>
    <dgm:pt modelId="{690BC099-F0C6-49F9-B65C-6567205D8EF2}" type="pres">
      <dgm:prSet presAssocID="{ED580A05-37F6-4881-BE2C-8626F2FE4953}" presName="node" presStyleLbl="node1" presStyleIdx="3" presStyleCnt="17">
        <dgm:presLayoutVars>
          <dgm:bulletEnabled val="1"/>
        </dgm:presLayoutVars>
      </dgm:prSet>
      <dgm:spPr/>
    </dgm:pt>
    <dgm:pt modelId="{BEFAC706-2047-4E82-AAF2-B0AD3E883C9D}" type="pres">
      <dgm:prSet presAssocID="{EBEDEF93-AED6-4B26-9A56-AC0E07ABD679}" presName="sibTrans" presStyleCnt="0"/>
      <dgm:spPr/>
    </dgm:pt>
    <dgm:pt modelId="{500E5934-F432-4833-94AF-4857492C55C1}" type="pres">
      <dgm:prSet presAssocID="{1A1F1C75-4CD3-4070-AAD9-0E0C3CE149A6}" presName="node" presStyleLbl="node1" presStyleIdx="4" presStyleCnt="17">
        <dgm:presLayoutVars>
          <dgm:bulletEnabled val="1"/>
        </dgm:presLayoutVars>
      </dgm:prSet>
      <dgm:spPr/>
    </dgm:pt>
    <dgm:pt modelId="{B00BEAB6-563F-49BC-AC4A-59C874570884}" type="pres">
      <dgm:prSet presAssocID="{18557446-C777-432E-A900-FC52F9B139B8}" presName="sibTrans" presStyleCnt="0"/>
      <dgm:spPr/>
    </dgm:pt>
    <dgm:pt modelId="{A5948258-2DBF-49EC-B058-0D34EDE53884}" type="pres">
      <dgm:prSet presAssocID="{641A9D74-E75C-4946-82F1-8C9F6F1FAFE5}" presName="node" presStyleLbl="node1" presStyleIdx="5" presStyleCnt="17">
        <dgm:presLayoutVars>
          <dgm:bulletEnabled val="1"/>
        </dgm:presLayoutVars>
      </dgm:prSet>
      <dgm:spPr/>
    </dgm:pt>
    <dgm:pt modelId="{1847DC26-9ABE-4295-8D69-9D6FF0A5235F}" type="pres">
      <dgm:prSet presAssocID="{FFC31B44-2896-4D84-8299-AFE64B5490BF}" presName="sibTrans" presStyleCnt="0"/>
      <dgm:spPr/>
    </dgm:pt>
    <dgm:pt modelId="{A00AA2BC-C1AD-47FB-B04F-BBE5B27E0B42}" type="pres">
      <dgm:prSet presAssocID="{64BE3673-B077-42F5-8CA6-DC1C110383CB}" presName="node" presStyleLbl="node1" presStyleIdx="6" presStyleCnt="17">
        <dgm:presLayoutVars>
          <dgm:bulletEnabled val="1"/>
        </dgm:presLayoutVars>
      </dgm:prSet>
      <dgm:spPr/>
    </dgm:pt>
    <dgm:pt modelId="{B7CF9FE0-21AB-43EA-B91C-D382F3A5F3A2}" type="pres">
      <dgm:prSet presAssocID="{E79E54E1-165D-4134-B27F-C1A9AED9C294}" presName="sibTrans" presStyleCnt="0"/>
      <dgm:spPr/>
    </dgm:pt>
    <dgm:pt modelId="{B26DF06E-3E69-4E68-9BA5-81AAFEF6C168}" type="pres">
      <dgm:prSet presAssocID="{B021D3A3-1233-461B-8D6C-2958B0B70BAC}" presName="node" presStyleLbl="node1" presStyleIdx="7" presStyleCnt="17">
        <dgm:presLayoutVars>
          <dgm:bulletEnabled val="1"/>
        </dgm:presLayoutVars>
      </dgm:prSet>
      <dgm:spPr/>
    </dgm:pt>
    <dgm:pt modelId="{1AF5AF39-76AB-44D2-A224-EA149629471B}" type="pres">
      <dgm:prSet presAssocID="{C547B311-189B-4170-8414-614FFEB5A63C}" presName="sibTrans" presStyleCnt="0"/>
      <dgm:spPr/>
    </dgm:pt>
    <dgm:pt modelId="{9E477D5F-15A9-4F64-9CAE-65C9A3991EF1}" type="pres">
      <dgm:prSet presAssocID="{E92DC20E-7728-429D-B31F-328FEE667C48}" presName="node" presStyleLbl="node1" presStyleIdx="8" presStyleCnt="17">
        <dgm:presLayoutVars>
          <dgm:bulletEnabled val="1"/>
        </dgm:presLayoutVars>
      </dgm:prSet>
      <dgm:spPr/>
    </dgm:pt>
    <dgm:pt modelId="{0B91656E-FC36-4706-B155-C4CB8390CFAE}" type="pres">
      <dgm:prSet presAssocID="{EEEA0B34-5CE5-4608-9F57-743436C42ED0}" presName="sibTrans" presStyleCnt="0"/>
      <dgm:spPr/>
    </dgm:pt>
    <dgm:pt modelId="{50C0F1AA-2C31-4897-850B-A03023E68623}" type="pres">
      <dgm:prSet presAssocID="{CFDDD404-DB4D-4390-ADD1-F5C9FB626AA1}" presName="node" presStyleLbl="node1" presStyleIdx="9" presStyleCnt="17">
        <dgm:presLayoutVars>
          <dgm:bulletEnabled val="1"/>
        </dgm:presLayoutVars>
      </dgm:prSet>
      <dgm:spPr/>
    </dgm:pt>
    <dgm:pt modelId="{7FD1E9DB-17E0-4908-BC68-E0D37FB4C602}" type="pres">
      <dgm:prSet presAssocID="{80197A82-584C-484A-B114-97AE62697342}" presName="sibTrans" presStyleCnt="0"/>
      <dgm:spPr/>
    </dgm:pt>
    <dgm:pt modelId="{09E54875-8245-484D-9031-D3A517BB68B6}" type="pres">
      <dgm:prSet presAssocID="{EFE26F80-9D88-4CE1-AC2B-8339AC26C9ED}" presName="node" presStyleLbl="node1" presStyleIdx="10" presStyleCnt="17">
        <dgm:presLayoutVars>
          <dgm:bulletEnabled val="1"/>
        </dgm:presLayoutVars>
      </dgm:prSet>
      <dgm:spPr/>
    </dgm:pt>
    <dgm:pt modelId="{2E319784-DB43-4FB3-A9EA-491612AF875E}" type="pres">
      <dgm:prSet presAssocID="{7DAF0F42-7D9E-4D65-84C6-56332A927BC0}" presName="sibTrans" presStyleCnt="0"/>
      <dgm:spPr/>
    </dgm:pt>
    <dgm:pt modelId="{AFCA7A9B-F547-45D1-985D-F4D2C888916C}" type="pres">
      <dgm:prSet presAssocID="{0526F6B1-B04A-4453-AD11-7671B15FF54D}" presName="node" presStyleLbl="node1" presStyleIdx="11" presStyleCnt="17">
        <dgm:presLayoutVars>
          <dgm:bulletEnabled val="1"/>
        </dgm:presLayoutVars>
      </dgm:prSet>
      <dgm:spPr/>
    </dgm:pt>
    <dgm:pt modelId="{3BDCB713-E158-478C-95A1-51286CDDAA41}" type="pres">
      <dgm:prSet presAssocID="{8E3D0175-535C-4637-AB45-E9269A889A26}" presName="sibTrans" presStyleCnt="0"/>
      <dgm:spPr/>
    </dgm:pt>
    <dgm:pt modelId="{17C9B8AC-9179-49AB-B88D-9565273F8D0D}" type="pres">
      <dgm:prSet presAssocID="{DE568840-869D-4009-8F3F-E678DCBC2B30}" presName="node" presStyleLbl="node1" presStyleIdx="12" presStyleCnt="17">
        <dgm:presLayoutVars>
          <dgm:bulletEnabled val="1"/>
        </dgm:presLayoutVars>
      </dgm:prSet>
      <dgm:spPr/>
    </dgm:pt>
    <dgm:pt modelId="{39FDD7CB-23DC-4264-A365-E0FB1251834A}" type="pres">
      <dgm:prSet presAssocID="{6D108693-FA54-41B4-91B4-F9EECCC03348}" presName="sibTrans" presStyleCnt="0"/>
      <dgm:spPr/>
    </dgm:pt>
    <dgm:pt modelId="{085DCB72-55B4-4685-985B-46F72148B0CC}" type="pres">
      <dgm:prSet presAssocID="{29B32B96-1694-40AC-9504-DC8A1F07B6EF}" presName="node" presStyleLbl="node1" presStyleIdx="13" presStyleCnt="17">
        <dgm:presLayoutVars>
          <dgm:bulletEnabled val="1"/>
        </dgm:presLayoutVars>
      </dgm:prSet>
      <dgm:spPr/>
    </dgm:pt>
    <dgm:pt modelId="{B04668A7-1C88-4FF9-B06A-027DC23380C3}" type="pres">
      <dgm:prSet presAssocID="{7A9BAB29-DED1-4DC6-A588-BC3DB12F6093}" presName="sibTrans" presStyleCnt="0"/>
      <dgm:spPr/>
    </dgm:pt>
    <dgm:pt modelId="{C7D4012B-BD8E-45D9-8EDB-26BB7635920E}" type="pres">
      <dgm:prSet presAssocID="{EE77B6C8-EC9C-468F-867D-BC94C9035BFC}" presName="node" presStyleLbl="node1" presStyleIdx="14" presStyleCnt="17">
        <dgm:presLayoutVars>
          <dgm:bulletEnabled val="1"/>
        </dgm:presLayoutVars>
      </dgm:prSet>
      <dgm:spPr/>
    </dgm:pt>
    <dgm:pt modelId="{79A6D53A-1BCB-48F6-8554-4B2E96E8E4DD}" type="pres">
      <dgm:prSet presAssocID="{5F9BC11D-BDEA-484C-A3C2-FBDD3E8E929B}" presName="sibTrans" presStyleCnt="0"/>
      <dgm:spPr/>
    </dgm:pt>
    <dgm:pt modelId="{C90F9C13-4DE7-4B0E-A8C6-0C1D5BFCED95}" type="pres">
      <dgm:prSet presAssocID="{23BFBB96-3321-4BBD-BF52-7AEFBF9A55A8}" presName="node" presStyleLbl="node1" presStyleIdx="15" presStyleCnt="17">
        <dgm:presLayoutVars>
          <dgm:bulletEnabled val="1"/>
        </dgm:presLayoutVars>
      </dgm:prSet>
      <dgm:spPr/>
    </dgm:pt>
    <dgm:pt modelId="{BF595467-4329-4F92-B546-460A5517627B}" type="pres">
      <dgm:prSet presAssocID="{1E884E10-28E6-4D18-8E40-2BEF5A212EDF}" presName="sibTrans" presStyleCnt="0"/>
      <dgm:spPr/>
    </dgm:pt>
    <dgm:pt modelId="{43D5E874-0E8B-4232-8460-489EEA085E93}" type="pres">
      <dgm:prSet presAssocID="{5A470AE4-996F-495B-A837-CFEC89E26559}" presName="node" presStyleLbl="node1" presStyleIdx="16" presStyleCnt="17">
        <dgm:presLayoutVars>
          <dgm:bulletEnabled val="1"/>
        </dgm:presLayoutVars>
      </dgm:prSet>
      <dgm:spPr/>
    </dgm:pt>
  </dgm:ptLst>
  <dgm:cxnLst>
    <dgm:cxn modelId="{64E24811-E766-4BBB-8233-BDBAFEEEF94C}" srcId="{EFF35C9F-C96C-4846-AE08-DE23103CCD4D}" destId="{29B32B96-1694-40AC-9504-DC8A1F07B6EF}" srcOrd="13" destOrd="0" parTransId="{507BCC1D-D29D-4DEF-AF58-2A668E923189}" sibTransId="{7A9BAB29-DED1-4DC6-A588-BC3DB12F6093}"/>
    <dgm:cxn modelId="{98D25913-98EF-44E8-8B71-E4CF9C465F08}" type="presOf" srcId="{DA75987B-B401-4D21-B9D8-C9551D6A9116}" destId="{78903220-196B-457D-881C-5D0A41726CEA}" srcOrd="0" destOrd="0" presId="urn:microsoft.com/office/officeart/2005/8/layout/default"/>
    <dgm:cxn modelId="{573BE414-EA76-4A51-85E0-94130121488F}" type="presOf" srcId="{64BE3673-B077-42F5-8CA6-DC1C110383CB}" destId="{A00AA2BC-C1AD-47FB-B04F-BBE5B27E0B42}" srcOrd="0" destOrd="0" presId="urn:microsoft.com/office/officeart/2005/8/layout/default"/>
    <dgm:cxn modelId="{0DB03A1B-031F-4C99-A734-DE7B1BFB202D}" type="presOf" srcId="{ED580A05-37F6-4881-BE2C-8626F2FE4953}" destId="{690BC099-F0C6-49F9-B65C-6567205D8EF2}" srcOrd="0" destOrd="0" presId="urn:microsoft.com/office/officeart/2005/8/layout/default"/>
    <dgm:cxn modelId="{259B7539-84A2-4AA1-9F92-89A69CEE552A}" type="presOf" srcId="{0526F6B1-B04A-4453-AD11-7671B15FF54D}" destId="{AFCA7A9B-F547-45D1-985D-F4D2C888916C}" srcOrd="0" destOrd="0" presId="urn:microsoft.com/office/officeart/2005/8/layout/default"/>
    <dgm:cxn modelId="{079D7840-0D3F-4BF1-B6A0-E7FCFBE98954}" type="presOf" srcId="{641A9D74-E75C-4946-82F1-8C9F6F1FAFE5}" destId="{A5948258-2DBF-49EC-B058-0D34EDE53884}" srcOrd="0" destOrd="0" presId="urn:microsoft.com/office/officeart/2005/8/layout/default"/>
    <dgm:cxn modelId="{EBC5F85C-DD94-4AE9-A470-9A9E05D16EEB}" srcId="{EFF35C9F-C96C-4846-AE08-DE23103CCD4D}" destId="{DE568840-869D-4009-8F3F-E678DCBC2B30}" srcOrd="12" destOrd="0" parTransId="{7D134A43-40DE-4F24-A989-0402EE36BB84}" sibTransId="{6D108693-FA54-41B4-91B4-F9EECCC03348}"/>
    <dgm:cxn modelId="{A500215E-6D04-4773-B10D-22828B540719}" srcId="{EFF35C9F-C96C-4846-AE08-DE23103CCD4D}" destId="{B021D3A3-1233-461B-8D6C-2958B0B70BAC}" srcOrd="7" destOrd="0" parTransId="{B66D6892-18AF-4DCE-837C-01D1DC1B169A}" sibTransId="{C547B311-189B-4170-8414-614FFEB5A63C}"/>
    <dgm:cxn modelId="{38B44642-8F07-4631-A144-F1B41814A5B4}" type="presOf" srcId="{B021D3A3-1233-461B-8D6C-2958B0B70BAC}" destId="{B26DF06E-3E69-4E68-9BA5-81AAFEF6C168}" srcOrd="0" destOrd="0" presId="urn:microsoft.com/office/officeart/2005/8/layout/default"/>
    <dgm:cxn modelId="{B539C746-204C-4923-88B2-1F0541AD0934}" srcId="{EFF35C9F-C96C-4846-AE08-DE23103CCD4D}" destId="{EFE26F80-9D88-4CE1-AC2B-8339AC26C9ED}" srcOrd="10" destOrd="0" parTransId="{FCE0AF3C-60CB-4BBC-8360-8C06D06F3FC9}" sibTransId="{7DAF0F42-7D9E-4D65-84C6-56332A927BC0}"/>
    <dgm:cxn modelId="{CC77C248-1083-460B-99C6-438D90720370}" srcId="{EFF35C9F-C96C-4846-AE08-DE23103CCD4D}" destId="{716540B0-F4F8-469A-93CD-F56C7653CD3D}" srcOrd="0" destOrd="0" parTransId="{CBFF0283-1079-4AAA-AFB2-1B714A8E12B3}" sibTransId="{5E817F8D-BCC4-47DC-ACF1-6E75B7601052}"/>
    <dgm:cxn modelId="{838F434D-D581-4151-8D97-3988541599A4}" type="presOf" srcId="{EFE26F80-9D88-4CE1-AC2B-8339AC26C9ED}" destId="{09E54875-8245-484D-9031-D3A517BB68B6}" srcOrd="0" destOrd="0" presId="urn:microsoft.com/office/officeart/2005/8/layout/default"/>
    <dgm:cxn modelId="{C258A04D-F653-48E3-8F37-D3C027AA6ABB}" type="presOf" srcId="{23BFBB96-3321-4BBD-BF52-7AEFBF9A55A8}" destId="{C90F9C13-4DE7-4B0E-A8C6-0C1D5BFCED95}" srcOrd="0" destOrd="0" presId="urn:microsoft.com/office/officeart/2005/8/layout/default"/>
    <dgm:cxn modelId="{21E7F277-DC98-46B7-9F58-7D2F7E0F8D7A}" type="presOf" srcId="{CFDDD404-DB4D-4390-ADD1-F5C9FB626AA1}" destId="{50C0F1AA-2C31-4897-850B-A03023E68623}" srcOrd="0" destOrd="0" presId="urn:microsoft.com/office/officeart/2005/8/layout/default"/>
    <dgm:cxn modelId="{583F4059-D617-4BD4-9556-06BDCB57D082}" type="presOf" srcId="{1A0768D4-0DFF-4BD4-87B2-EA02F0F003D2}" destId="{F43721D8-1D6C-458A-AE00-F66A443CF50E}" srcOrd="0" destOrd="0" presId="urn:microsoft.com/office/officeart/2005/8/layout/default"/>
    <dgm:cxn modelId="{15E3FA5A-9B3C-4F53-8FF8-212C428589D7}" srcId="{EFF35C9F-C96C-4846-AE08-DE23103CCD4D}" destId="{641A9D74-E75C-4946-82F1-8C9F6F1FAFE5}" srcOrd="5" destOrd="0" parTransId="{F0E6486E-5101-4C4E-8BF6-78C4BCDA9B49}" sibTransId="{FFC31B44-2896-4D84-8299-AFE64B5490BF}"/>
    <dgm:cxn modelId="{10CF538A-640C-49DF-B81B-66A2ADC3FF1F}" srcId="{EFF35C9F-C96C-4846-AE08-DE23103CCD4D}" destId="{EE77B6C8-EC9C-468F-867D-BC94C9035BFC}" srcOrd="14" destOrd="0" parTransId="{2ABA91CB-6CDD-4DB5-A8D3-30F708B8CE15}" sibTransId="{5F9BC11D-BDEA-484C-A3C2-FBDD3E8E929B}"/>
    <dgm:cxn modelId="{D782EE8B-674F-480D-B839-E9D8469A9B75}" srcId="{EFF35C9F-C96C-4846-AE08-DE23103CCD4D}" destId="{E92DC20E-7728-429D-B31F-328FEE667C48}" srcOrd="8" destOrd="0" parTransId="{D11751F7-3AE8-41C1-B9EA-408927E60A5C}" sibTransId="{EEEA0B34-5CE5-4608-9F57-743436C42ED0}"/>
    <dgm:cxn modelId="{5F744D8E-E54D-4760-9C32-50E159DD5F3E}" type="presOf" srcId="{DE568840-869D-4009-8F3F-E678DCBC2B30}" destId="{17C9B8AC-9179-49AB-B88D-9565273F8D0D}" srcOrd="0" destOrd="0" presId="urn:microsoft.com/office/officeart/2005/8/layout/default"/>
    <dgm:cxn modelId="{7B2BCA9B-DB58-4B75-9358-A56696E2B08E}" srcId="{EFF35C9F-C96C-4846-AE08-DE23103CCD4D}" destId="{CFDDD404-DB4D-4390-ADD1-F5C9FB626AA1}" srcOrd="9" destOrd="0" parTransId="{9D6E7B67-B9F6-4EFA-A92A-F2E0EC14C2D5}" sibTransId="{80197A82-584C-484A-B114-97AE62697342}"/>
    <dgm:cxn modelId="{E1FF9CA4-707B-4EB5-AE0C-42E780465E4A}" srcId="{EFF35C9F-C96C-4846-AE08-DE23103CCD4D}" destId="{1A0768D4-0DFF-4BD4-87B2-EA02F0F003D2}" srcOrd="2" destOrd="0" parTransId="{6B89F2B6-4DE4-4A4C-8B94-56A1B152AEE2}" sibTransId="{725CCBA2-501F-4D19-BF82-0F6EC67C3F8C}"/>
    <dgm:cxn modelId="{7122BEA7-3F8E-40E2-A7E4-2092F955364B}" type="presOf" srcId="{E92DC20E-7728-429D-B31F-328FEE667C48}" destId="{9E477D5F-15A9-4F64-9CAE-65C9A3991EF1}" srcOrd="0" destOrd="0" presId="urn:microsoft.com/office/officeart/2005/8/layout/default"/>
    <dgm:cxn modelId="{50E329A8-1CC3-4F1F-8BFE-71F33B1EDC24}" type="presOf" srcId="{716540B0-F4F8-469A-93CD-F56C7653CD3D}" destId="{C52576DD-E323-4609-BA92-45F3B704CC1C}" srcOrd="0" destOrd="0" presId="urn:microsoft.com/office/officeart/2005/8/layout/default"/>
    <dgm:cxn modelId="{370A3AAB-9024-4FCE-9D5B-609B87757769}" type="presOf" srcId="{29B32B96-1694-40AC-9504-DC8A1F07B6EF}" destId="{085DCB72-55B4-4685-985B-46F72148B0CC}" srcOrd="0" destOrd="0" presId="urn:microsoft.com/office/officeart/2005/8/layout/default"/>
    <dgm:cxn modelId="{61C00DAE-54C5-4B58-BB39-50069214CC4B}" srcId="{EFF35C9F-C96C-4846-AE08-DE23103CCD4D}" destId="{5A470AE4-996F-495B-A837-CFEC89E26559}" srcOrd="16" destOrd="0" parTransId="{D4ED1EBE-A864-44E3-A4C2-81B04BF7C843}" sibTransId="{F103B450-C84F-4C60-886C-3EC3821C410D}"/>
    <dgm:cxn modelId="{5B2C7FB8-2698-4865-80D4-C8005C79F80D}" srcId="{EFF35C9F-C96C-4846-AE08-DE23103CCD4D}" destId="{0526F6B1-B04A-4453-AD11-7671B15FF54D}" srcOrd="11" destOrd="0" parTransId="{F6E8AD78-C01B-4266-903E-1A3B66D339D0}" sibTransId="{8E3D0175-535C-4637-AB45-E9269A889A26}"/>
    <dgm:cxn modelId="{368E11BD-08F5-4187-B934-E35CB2627AD2}" srcId="{EFF35C9F-C96C-4846-AE08-DE23103CCD4D}" destId="{ED580A05-37F6-4881-BE2C-8626F2FE4953}" srcOrd="3" destOrd="0" parTransId="{61244FD5-DB45-4DED-946C-769068C8FF0D}" sibTransId="{EBEDEF93-AED6-4B26-9A56-AC0E07ABD679}"/>
    <dgm:cxn modelId="{395A61BF-A1BB-4282-AFF5-02E30BAF7B15}" srcId="{EFF35C9F-C96C-4846-AE08-DE23103CCD4D}" destId="{DA75987B-B401-4D21-B9D8-C9551D6A9116}" srcOrd="1" destOrd="0" parTransId="{E2D5E6AD-11D4-4C37-BE67-B8B611374E9A}" sibTransId="{30E6436E-C302-4312-8EF5-9B4C26A87097}"/>
    <dgm:cxn modelId="{489A6BC1-4C52-4DC0-8E4A-D129C804F285}" type="presOf" srcId="{5A470AE4-996F-495B-A837-CFEC89E26559}" destId="{43D5E874-0E8B-4232-8460-489EEA085E93}" srcOrd="0" destOrd="0" presId="urn:microsoft.com/office/officeart/2005/8/layout/default"/>
    <dgm:cxn modelId="{355D86C8-0940-4844-8754-7C742DAA696C}" srcId="{EFF35C9F-C96C-4846-AE08-DE23103CCD4D}" destId="{23BFBB96-3321-4BBD-BF52-7AEFBF9A55A8}" srcOrd="15" destOrd="0" parTransId="{9D102FD1-CAA3-4D31-8DCA-F165AF0084E8}" sibTransId="{1E884E10-28E6-4D18-8E40-2BEF5A212EDF}"/>
    <dgm:cxn modelId="{43CD46D7-A383-4CAB-9D97-40F619549591}" srcId="{EFF35C9F-C96C-4846-AE08-DE23103CCD4D}" destId="{64BE3673-B077-42F5-8CA6-DC1C110383CB}" srcOrd="6" destOrd="0" parTransId="{EE982685-2A0B-4734-B6E5-7503AAB9F180}" sibTransId="{E79E54E1-165D-4134-B27F-C1A9AED9C294}"/>
    <dgm:cxn modelId="{9575C0DB-E33E-4A84-A6C2-9515E27F086D}" type="presOf" srcId="{EE77B6C8-EC9C-468F-867D-BC94C9035BFC}" destId="{C7D4012B-BD8E-45D9-8EDB-26BB7635920E}" srcOrd="0" destOrd="0" presId="urn:microsoft.com/office/officeart/2005/8/layout/default"/>
    <dgm:cxn modelId="{9D2879E0-568F-4A2F-B9C1-C4CB4B380D46}" type="presOf" srcId="{EFF35C9F-C96C-4846-AE08-DE23103CCD4D}" destId="{6DB9F60A-546D-4FC0-8B7C-92CA9CA9455D}" srcOrd="0" destOrd="0" presId="urn:microsoft.com/office/officeart/2005/8/layout/default"/>
    <dgm:cxn modelId="{A58B62EB-D0FF-4409-9826-8A74328D1E75}" type="presOf" srcId="{1A1F1C75-4CD3-4070-AAD9-0E0C3CE149A6}" destId="{500E5934-F432-4833-94AF-4857492C55C1}" srcOrd="0" destOrd="0" presId="urn:microsoft.com/office/officeart/2005/8/layout/default"/>
    <dgm:cxn modelId="{859726FE-9C27-4685-B6FB-3B203E7CAD3A}" srcId="{EFF35C9F-C96C-4846-AE08-DE23103CCD4D}" destId="{1A1F1C75-4CD3-4070-AAD9-0E0C3CE149A6}" srcOrd="4" destOrd="0" parTransId="{17D7F12C-59ED-4C2B-A16C-F13F3AE34CF6}" sibTransId="{18557446-C777-432E-A900-FC52F9B139B8}"/>
    <dgm:cxn modelId="{E48FDCB9-969A-4B8F-AE83-49F4CB44A9E2}" type="presParOf" srcId="{6DB9F60A-546D-4FC0-8B7C-92CA9CA9455D}" destId="{C52576DD-E323-4609-BA92-45F3B704CC1C}" srcOrd="0" destOrd="0" presId="urn:microsoft.com/office/officeart/2005/8/layout/default"/>
    <dgm:cxn modelId="{77F7C603-525D-40D9-B2B5-BA2974201DCC}" type="presParOf" srcId="{6DB9F60A-546D-4FC0-8B7C-92CA9CA9455D}" destId="{8069FACD-616A-4376-A249-E45E3DEF6410}" srcOrd="1" destOrd="0" presId="urn:microsoft.com/office/officeart/2005/8/layout/default"/>
    <dgm:cxn modelId="{ED61D409-380E-4729-8440-8167F996405D}" type="presParOf" srcId="{6DB9F60A-546D-4FC0-8B7C-92CA9CA9455D}" destId="{78903220-196B-457D-881C-5D0A41726CEA}" srcOrd="2" destOrd="0" presId="urn:microsoft.com/office/officeart/2005/8/layout/default"/>
    <dgm:cxn modelId="{C579A82E-7F58-47B2-A675-AE8BDD9CE2ED}" type="presParOf" srcId="{6DB9F60A-546D-4FC0-8B7C-92CA9CA9455D}" destId="{FF40ED80-5536-4BCC-A01A-B502C8EA18F6}" srcOrd="3" destOrd="0" presId="urn:microsoft.com/office/officeart/2005/8/layout/default"/>
    <dgm:cxn modelId="{4ACB09CB-37C6-49F3-A2D5-B9E457310A64}" type="presParOf" srcId="{6DB9F60A-546D-4FC0-8B7C-92CA9CA9455D}" destId="{F43721D8-1D6C-458A-AE00-F66A443CF50E}" srcOrd="4" destOrd="0" presId="urn:microsoft.com/office/officeart/2005/8/layout/default"/>
    <dgm:cxn modelId="{E92ACAF5-2D94-4AD2-878E-DA320ECF7BAC}" type="presParOf" srcId="{6DB9F60A-546D-4FC0-8B7C-92CA9CA9455D}" destId="{1C2B76E0-0AAF-48FC-B7C9-C60486FE9FEA}" srcOrd="5" destOrd="0" presId="urn:microsoft.com/office/officeart/2005/8/layout/default"/>
    <dgm:cxn modelId="{A117FD17-C13D-49DF-BD63-C9D84327A017}" type="presParOf" srcId="{6DB9F60A-546D-4FC0-8B7C-92CA9CA9455D}" destId="{690BC099-F0C6-49F9-B65C-6567205D8EF2}" srcOrd="6" destOrd="0" presId="urn:microsoft.com/office/officeart/2005/8/layout/default"/>
    <dgm:cxn modelId="{7D69B46B-0BA4-4E7A-ABDC-7770F3384755}" type="presParOf" srcId="{6DB9F60A-546D-4FC0-8B7C-92CA9CA9455D}" destId="{BEFAC706-2047-4E82-AAF2-B0AD3E883C9D}" srcOrd="7" destOrd="0" presId="urn:microsoft.com/office/officeart/2005/8/layout/default"/>
    <dgm:cxn modelId="{5CF04CAB-03F4-42F9-AF75-2C9E0F8FA721}" type="presParOf" srcId="{6DB9F60A-546D-4FC0-8B7C-92CA9CA9455D}" destId="{500E5934-F432-4833-94AF-4857492C55C1}" srcOrd="8" destOrd="0" presId="urn:microsoft.com/office/officeart/2005/8/layout/default"/>
    <dgm:cxn modelId="{254677B7-1C9E-4999-813F-D8BBF4C2AC00}" type="presParOf" srcId="{6DB9F60A-546D-4FC0-8B7C-92CA9CA9455D}" destId="{B00BEAB6-563F-49BC-AC4A-59C874570884}" srcOrd="9" destOrd="0" presId="urn:microsoft.com/office/officeart/2005/8/layout/default"/>
    <dgm:cxn modelId="{AEA51AF6-ADA3-4EA9-BA68-4A387EB2135E}" type="presParOf" srcId="{6DB9F60A-546D-4FC0-8B7C-92CA9CA9455D}" destId="{A5948258-2DBF-49EC-B058-0D34EDE53884}" srcOrd="10" destOrd="0" presId="urn:microsoft.com/office/officeart/2005/8/layout/default"/>
    <dgm:cxn modelId="{F3317929-4D88-44C2-8054-87E0046CB444}" type="presParOf" srcId="{6DB9F60A-546D-4FC0-8B7C-92CA9CA9455D}" destId="{1847DC26-9ABE-4295-8D69-9D6FF0A5235F}" srcOrd="11" destOrd="0" presId="urn:microsoft.com/office/officeart/2005/8/layout/default"/>
    <dgm:cxn modelId="{DCDD197A-849D-44D5-885E-CA68113D5984}" type="presParOf" srcId="{6DB9F60A-546D-4FC0-8B7C-92CA9CA9455D}" destId="{A00AA2BC-C1AD-47FB-B04F-BBE5B27E0B42}" srcOrd="12" destOrd="0" presId="urn:microsoft.com/office/officeart/2005/8/layout/default"/>
    <dgm:cxn modelId="{BC2E2843-99BF-4AB6-AFF6-BD3E582D6D14}" type="presParOf" srcId="{6DB9F60A-546D-4FC0-8B7C-92CA9CA9455D}" destId="{B7CF9FE0-21AB-43EA-B91C-D382F3A5F3A2}" srcOrd="13" destOrd="0" presId="urn:microsoft.com/office/officeart/2005/8/layout/default"/>
    <dgm:cxn modelId="{01B0FFCC-F75D-41D1-8A8C-C03B70D85F98}" type="presParOf" srcId="{6DB9F60A-546D-4FC0-8B7C-92CA9CA9455D}" destId="{B26DF06E-3E69-4E68-9BA5-81AAFEF6C168}" srcOrd="14" destOrd="0" presId="urn:microsoft.com/office/officeart/2005/8/layout/default"/>
    <dgm:cxn modelId="{B0A9181D-EB0C-4F8F-A077-1D2BE14B142C}" type="presParOf" srcId="{6DB9F60A-546D-4FC0-8B7C-92CA9CA9455D}" destId="{1AF5AF39-76AB-44D2-A224-EA149629471B}" srcOrd="15" destOrd="0" presId="urn:microsoft.com/office/officeart/2005/8/layout/default"/>
    <dgm:cxn modelId="{75A91B0B-3990-443A-B8F4-228FA74861EA}" type="presParOf" srcId="{6DB9F60A-546D-4FC0-8B7C-92CA9CA9455D}" destId="{9E477D5F-15A9-4F64-9CAE-65C9A3991EF1}" srcOrd="16" destOrd="0" presId="urn:microsoft.com/office/officeart/2005/8/layout/default"/>
    <dgm:cxn modelId="{9B4F8135-F150-48D2-8A94-6A47E5362A0E}" type="presParOf" srcId="{6DB9F60A-546D-4FC0-8B7C-92CA9CA9455D}" destId="{0B91656E-FC36-4706-B155-C4CB8390CFAE}" srcOrd="17" destOrd="0" presId="urn:microsoft.com/office/officeart/2005/8/layout/default"/>
    <dgm:cxn modelId="{D2F199E3-429B-4B78-B360-EFA5996B578A}" type="presParOf" srcId="{6DB9F60A-546D-4FC0-8B7C-92CA9CA9455D}" destId="{50C0F1AA-2C31-4897-850B-A03023E68623}" srcOrd="18" destOrd="0" presId="urn:microsoft.com/office/officeart/2005/8/layout/default"/>
    <dgm:cxn modelId="{A49AE2BD-B6E1-407F-A3BA-00F82F21A71B}" type="presParOf" srcId="{6DB9F60A-546D-4FC0-8B7C-92CA9CA9455D}" destId="{7FD1E9DB-17E0-4908-BC68-E0D37FB4C602}" srcOrd="19" destOrd="0" presId="urn:microsoft.com/office/officeart/2005/8/layout/default"/>
    <dgm:cxn modelId="{38C4061E-9DD0-4F23-A21A-299BE122417F}" type="presParOf" srcId="{6DB9F60A-546D-4FC0-8B7C-92CA9CA9455D}" destId="{09E54875-8245-484D-9031-D3A517BB68B6}" srcOrd="20" destOrd="0" presId="urn:microsoft.com/office/officeart/2005/8/layout/default"/>
    <dgm:cxn modelId="{4FD8174E-62C7-4746-BA19-0A53BC16D42B}" type="presParOf" srcId="{6DB9F60A-546D-4FC0-8B7C-92CA9CA9455D}" destId="{2E319784-DB43-4FB3-A9EA-491612AF875E}" srcOrd="21" destOrd="0" presId="urn:microsoft.com/office/officeart/2005/8/layout/default"/>
    <dgm:cxn modelId="{BBE9B1FD-9402-4DB2-8E15-400C4E5B1F11}" type="presParOf" srcId="{6DB9F60A-546D-4FC0-8B7C-92CA9CA9455D}" destId="{AFCA7A9B-F547-45D1-985D-F4D2C888916C}" srcOrd="22" destOrd="0" presId="urn:microsoft.com/office/officeart/2005/8/layout/default"/>
    <dgm:cxn modelId="{AAD87CFC-EE52-4D7C-B269-591305A76AEB}" type="presParOf" srcId="{6DB9F60A-546D-4FC0-8B7C-92CA9CA9455D}" destId="{3BDCB713-E158-478C-95A1-51286CDDAA41}" srcOrd="23" destOrd="0" presId="urn:microsoft.com/office/officeart/2005/8/layout/default"/>
    <dgm:cxn modelId="{73ADF185-E778-4AAB-891E-E0E787F2C305}" type="presParOf" srcId="{6DB9F60A-546D-4FC0-8B7C-92CA9CA9455D}" destId="{17C9B8AC-9179-49AB-B88D-9565273F8D0D}" srcOrd="24" destOrd="0" presId="urn:microsoft.com/office/officeart/2005/8/layout/default"/>
    <dgm:cxn modelId="{E361BF98-0FF7-4E43-AD81-26D7B0BF4D28}" type="presParOf" srcId="{6DB9F60A-546D-4FC0-8B7C-92CA9CA9455D}" destId="{39FDD7CB-23DC-4264-A365-E0FB1251834A}" srcOrd="25" destOrd="0" presId="urn:microsoft.com/office/officeart/2005/8/layout/default"/>
    <dgm:cxn modelId="{346FA2C8-EE05-42D6-809C-28FA218964E7}" type="presParOf" srcId="{6DB9F60A-546D-4FC0-8B7C-92CA9CA9455D}" destId="{085DCB72-55B4-4685-985B-46F72148B0CC}" srcOrd="26" destOrd="0" presId="urn:microsoft.com/office/officeart/2005/8/layout/default"/>
    <dgm:cxn modelId="{C73B6AD3-37AE-4545-9EC0-6F1751F4EB13}" type="presParOf" srcId="{6DB9F60A-546D-4FC0-8B7C-92CA9CA9455D}" destId="{B04668A7-1C88-4FF9-B06A-027DC23380C3}" srcOrd="27" destOrd="0" presId="urn:microsoft.com/office/officeart/2005/8/layout/default"/>
    <dgm:cxn modelId="{4D27079C-A1F8-43DE-A178-B4F52E809292}" type="presParOf" srcId="{6DB9F60A-546D-4FC0-8B7C-92CA9CA9455D}" destId="{C7D4012B-BD8E-45D9-8EDB-26BB7635920E}" srcOrd="28" destOrd="0" presId="urn:microsoft.com/office/officeart/2005/8/layout/default"/>
    <dgm:cxn modelId="{29383629-80CD-49E4-80A9-B758D11BDBF0}" type="presParOf" srcId="{6DB9F60A-546D-4FC0-8B7C-92CA9CA9455D}" destId="{79A6D53A-1BCB-48F6-8554-4B2E96E8E4DD}" srcOrd="29" destOrd="0" presId="urn:microsoft.com/office/officeart/2005/8/layout/default"/>
    <dgm:cxn modelId="{ACC3B319-253F-4A44-AE33-5CE3A625FC33}" type="presParOf" srcId="{6DB9F60A-546D-4FC0-8B7C-92CA9CA9455D}" destId="{C90F9C13-4DE7-4B0E-A8C6-0C1D5BFCED95}" srcOrd="30" destOrd="0" presId="urn:microsoft.com/office/officeart/2005/8/layout/default"/>
    <dgm:cxn modelId="{8C68FA7E-5532-425A-B5D4-9AA34A154522}" type="presParOf" srcId="{6DB9F60A-546D-4FC0-8B7C-92CA9CA9455D}" destId="{BF595467-4329-4F92-B546-460A5517627B}" srcOrd="31" destOrd="0" presId="urn:microsoft.com/office/officeart/2005/8/layout/default"/>
    <dgm:cxn modelId="{F3BC6437-8F76-437B-BDB1-30DBBCCF8491}" type="presParOf" srcId="{6DB9F60A-546D-4FC0-8B7C-92CA9CA9455D}" destId="{43D5E874-0E8B-4232-8460-489EEA085E93}" srcOrd="3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BFA2FB-A952-4B9D-9C01-64BAE9D0DA4A}">
      <dsp:nvSpPr>
        <dsp:cNvPr id="0" name=""/>
        <dsp:cNvSpPr/>
      </dsp:nvSpPr>
      <dsp:spPr>
        <a:xfrm>
          <a:off x="3594" y="229666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Vision &amp; Purpose</a:t>
          </a:r>
          <a:endParaRPr lang="en-US" sz="1800" kern="1200"/>
        </a:p>
      </dsp:txBody>
      <dsp:txXfrm>
        <a:off x="3594" y="229666"/>
        <a:ext cx="1946002" cy="1167601"/>
      </dsp:txXfrm>
    </dsp:sp>
    <dsp:sp modelId="{AD0E4B1C-06B3-4BFD-9AFC-0EBAF4A53CCE}">
      <dsp:nvSpPr>
        <dsp:cNvPr id="0" name=""/>
        <dsp:cNvSpPr/>
      </dsp:nvSpPr>
      <dsp:spPr>
        <a:xfrm>
          <a:off x="2144196" y="229666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Problem Statement:</a:t>
          </a:r>
          <a:endParaRPr lang="en-US" sz="1800" kern="1200"/>
        </a:p>
      </dsp:txBody>
      <dsp:txXfrm>
        <a:off x="2144196" y="229666"/>
        <a:ext cx="1946002" cy="1167601"/>
      </dsp:txXfrm>
    </dsp:sp>
    <dsp:sp modelId="{0028CD6E-4345-4350-8A43-719C2781ACB1}">
      <dsp:nvSpPr>
        <dsp:cNvPr id="0" name=""/>
        <dsp:cNvSpPr/>
      </dsp:nvSpPr>
      <dsp:spPr>
        <a:xfrm>
          <a:off x="4284798" y="229666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Lack of integrated lifestyle product platforms</a:t>
          </a:r>
        </a:p>
      </dsp:txBody>
      <dsp:txXfrm>
        <a:off x="4284798" y="229666"/>
        <a:ext cx="1946002" cy="1167601"/>
      </dsp:txXfrm>
    </dsp:sp>
    <dsp:sp modelId="{2611B982-C69E-498E-A9E8-DF4E80F7AEED}">
      <dsp:nvSpPr>
        <dsp:cNvPr id="0" name=""/>
        <dsp:cNvSpPr/>
      </dsp:nvSpPr>
      <dsp:spPr>
        <a:xfrm>
          <a:off x="6425401" y="229666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Complex checkout processes</a:t>
          </a:r>
        </a:p>
      </dsp:txBody>
      <dsp:txXfrm>
        <a:off x="6425401" y="229666"/>
        <a:ext cx="1946002" cy="1167601"/>
      </dsp:txXfrm>
    </dsp:sp>
    <dsp:sp modelId="{4EF3C996-E6E9-40AA-87C2-422743AEC586}">
      <dsp:nvSpPr>
        <dsp:cNvPr id="0" name=""/>
        <dsp:cNvSpPr/>
      </dsp:nvSpPr>
      <dsp:spPr>
        <a:xfrm>
          <a:off x="8566003" y="229666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Poor user experience in existing solutions</a:t>
          </a:r>
        </a:p>
      </dsp:txBody>
      <dsp:txXfrm>
        <a:off x="8566003" y="229666"/>
        <a:ext cx="1946002" cy="1167601"/>
      </dsp:txXfrm>
    </dsp:sp>
    <dsp:sp modelId="{D0BEDF94-8CBE-4A3F-A78E-8D4D9787E99B}">
      <dsp:nvSpPr>
        <dsp:cNvPr id="0" name=""/>
        <dsp:cNvSpPr/>
      </dsp:nvSpPr>
      <dsp:spPr>
        <a:xfrm>
          <a:off x="3594" y="1591868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Our Solution:</a:t>
          </a:r>
          <a:endParaRPr lang="en-US" sz="1800" kern="1200"/>
        </a:p>
      </dsp:txBody>
      <dsp:txXfrm>
        <a:off x="3594" y="1591868"/>
        <a:ext cx="1946002" cy="1167601"/>
      </dsp:txXfrm>
    </dsp:sp>
    <dsp:sp modelId="{E2EC5A5B-916A-47A4-BB13-6F4F697A3ED2}">
      <dsp:nvSpPr>
        <dsp:cNvPr id="0" name=""/>
        <dsp:cNvSpPr/>
      </dsp:nvSpPr>
      <dsp:spPr>
        <a:xfrm>
          <a:off x="2144196" y="1591868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Unified lifestyle product marketplace</a:t>
          </a:r>
        </a:p>
      </dsp:txBody>
      <dsp:txXfrm>
        <a:off x="2144196" y="1591868"/>
        <a:ext cx="1946002" cy="1167601"/>
      </dsp:txXfrm>
    </dsp:sp>
    <dsp:sp modelId="{3B34C99D-1B3A-48EE-A627-3515087414AC}">
      <dsp:nvSpPr>
        <dsp:cNvPr id="0" name=""/>
        <dsp:cNvSpPr/>
      </dsp:nvSpPr>
      <dsp:spPr>
        <a:xfrm>
          <a:off x="4284798" y="1591868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Streamlined shopping experience</a:t>
          </a:r>
        </a:p>
      </dsp:txBody>
      <dsp:txXfrm>
        <a:off x="4284798" y="1591868"/>
        <a:ext cx="1946002" cy="1167601"/>
      </dsp:txXfrm>
    </dsp:sp>
    <dsp:sp modelId="{E1F3C9B9-9349-4CA8-B53D-75509F576518}">
      <dsp:nvSpPr>
        <dsp:cNvPr id="0" name=""/>
        <dsp:cNvSpPr/>
      </dsp:nvSpPr>
      <dsp:spPr>
        <a:xfrm>
          <a:off x="6425401" y="1591868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Intuitive admin management system</a:t>
          </a:r>
        </a:p>
      </dsp:txBody>
      <dsp:txXfrm>
        <a:off x="6425401" y="1591868"/>
        <a:ext cx="1946002" cy="1167601"/>
      </dsp:txXfrm>
    </dsp:sp>
    <dsp:sp modelId="{ED503E21-FCB7-4B32-A7B8-A2E5885996FC}">
      <dsp:nvSpPr>
        <dsp:cNvPr id="0" name=""/>
        <dsp:cNvSpPr/>
      </dsp:nvSpPr>
      <dsp:spPr>
        <a:xfrm>
          <a:off x="8566003" y="1591868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Key Objectives:</a:t>
          </a:r>
          <a:endParaRPr lang="en-US" sz="1800" kern="1200"/>
        </a:p>
      </dsp:txBody>
      <dsp:txXfrm>
        <a:off x="8566003" y="1591868"/>
        <a:ext cx="1946002" cy="1167601"/>
      </dsp:txXfrm>
    </dsp:sp>
    <dsp:sp modelId="{7515BF8D-4C51-40F2-B0BC-DBFEA010C7BA}">
      <dsp:nvSpPr>
        <dsp:cNvPr id="0" name=""/>
        <dsp:cNvSpPr/>
      </dsp:nvSpPr>
      <dsp:spPr>
        <a:xfrm>
          <a:off x="1073895" y="2954069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✓ User-friendly interface</a:t>
          </a:r>
        </a:p>
      </dsp:txBody>
      <dsp:txXfrm>
        <a:off x="1073895" y="2954069"/>
        <a:ext cx="1946002" cy="1167601"/>
      </dsp:txXfrm>
    </dsp:sp>
    <dsp:sp modelId="{131FA719-3CFE-4180-B2F4-B66EF5F34E86}">
      <dsp:nvSpPr>
        <dsp:cNvPr id="0" name=""/>
        <dsp:cNvSpPr/>
      </dsp:nvSpPr>
      <dsp:spPr>
        <a:xfrm>
          <a:off x="3214497" y="2954069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✓ Secure authentication</a:t>
          </a:r>
        </a:p>
      </dsp:txBody>
      <dsp:txXfrm>
        <a:off x="3214497" y="2954069"/>
        <a:ext cx="1946002" cy="1167601"/>
      </dsp:txXfrm>
    </dsp:sp>
    <dsp:sp modelId="{54AC4C0E-B283-4E13-BBB6-5823B01DD492}">
      <dsp:nvSpPr>
        <dsp:cNvPr id="0" name=""/>
        <dsp:cNvSpPr/>
      </dsp:nvSpPr>
      <dsp:spPr>
        <a:xfrm>
          <a:off x="5355100" y="2954069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✓ Efficient product management</a:t>
          </a:r>
        </a:p>
      </dsp:txBody>
      <dsp:txXfrm>
        <a:off x="5355100" y="2954069"/>
        <a:ext cx="1946002" cy="1167601"/>
      </dsp:txXfrm>
    </dsp:sp>
    <dsp:sp modelId="{8C395DEE-45C0-4F6E-8938-E44C7731001C}">
      <dsp:nvSpPr>
        <dsp:cNvPr id="0" name=""/>
        <dsp:cNvSpPr/>
      </dsp:nvSpPr>
      <dsp:spPr>
        <a:xfrm>
          <a:off x="7495702" y="2954069"/>
          <a:ext cx="1946002" cy="11676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✓ Responsive design</a:t>
          </a:r>
        </a:p>
      </dsp:txBody>
      <dsp:txXfrm>
        <a:off x="7495702" y="2954069"/>
        <a:ext cx="1946002" cy="11676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8847A-3CE5-4839-843A-3D3036FF00B8}">
      <dsp:nvSpPr>
        <dsp:cNvPr id="0" name=""/>
        <dsp:cNvSpPr/>
      </dsp:nvSpPr>
      <dsp:spPr>
        <a:xfrm>
          <a:off x="0" y="23467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Frontend Layer:</a:t>
          </a:r>
          <a:endParaRPr lang="en-US" sz="2300" kern="1200"/>
        </a:p>
      </dsp:txBody>
      <dsp:txXfrm>
        <a:off x="27586" y="262265"/>
        <a:ext cx="6611661" cy="509938"/>
      </dsp:txXfrm>
    </dsp:sp>
    <dsp:sp modelId="{8F51548C-DFF1-4A7F-A13E-58E5F7E58720}">
      <dsp:nvSpPr>
        <dsp:cNvPr id="0" name=""/>
        <dsp:cNvSpPr/>
      </dsp:nvSpPr>
      <dsp:spPr>
        <a:xfrm>
          <a:off x="0" y="86602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HTML5</a:t>
          </a:r>
          <a:r>
            <a:rPr lang="en-US" sz="2300" kern="1200"/>
            <a:t>: Semantic structure</a:t>
          </a:r>
        </a:p>
      </dsp:txBody>
      <dsp:txXfrm>
        <a:off x="27586" y="893615"/>
        <a:ext cx="6611661" cy="509938"/>
      </dsp:txXfrm>
    </dsp:sp>
    <dsp:sp modelId="{F98E0CE1-5D40-46F7-AD0C-A72C5CDE1BBA}">
      <dsp:nvSpPr>
        <dsp:cNvPr id="0" name=""/>
        <dsp:cNvSpPr/>
      </dsp:nvSpPr>
      <dsp:spPr>
        <a:xfrm>
          <a:off x="0" y="149737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CSS3</a:t>
          </a:r>
          <a:r>
            <a:rPr lang="en-US" sz="2300" kern="1200"/>
            <a:t>: Responsive styling with Flexbox/Grid</a:t>
          </a:r>
        </a:p>
      </dsp:txBody>
      <dsp:txXfrm>
        <a:off x="27586" y="1524965"/>
        <a:ext cx="6611661" cy="509938"/>
      </dsp:txXfrm>
    </dsp:sp>
    <dsp:sp modelId="{37B8B728-1E0B-481B-A5A1-148694361C63}">
      <dsp:nvSpPr>
        <dsp:cNvPr id="0" name=""/>
        <dsp:cNvSpPr/>
      </dsp:nvSpPr>
      <dsp:spPr>
        <a:xfrm>
          <a:off x="0" y="212872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JavaScript</a:t>
          </a:r>
          <a:r>
            <a:rPr lang="en-US" sz="2300" kern="1200"/>
            <a:t>: Dynamic interactions &amp; form validation</a:t>
          </a:r>
        </a:p>
      </dsp:txBody>
      <dsp:txXfrm>
        <a:off x="27586" y="2156315"/>
        <a:ext cx="6611661" cy="509938"/>
      </dsp:txXfrm>
    </dsp:sp>
    <dsp:sp modelId="{E4A25A2E-4A42-405E-BE14-B6D9E7EE874B}">
      <dsp:nvSpPr>
        <dsp:cNvPr id="0" name=""/>
        <dsp:cNvSpPr/>
      </dsp:nvSpPr>
      <dsp:spPr>
        <a:xfrm>
          <a:off x="0" y="276007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Backend Layer:</a:t>
          </a:r>
          <a:endParaRPr lang="en-US" sz="2300" kern="1200"/>
        </a:p>
      </dsp:txBody>
      <dsp:txXfrm>
        <a:off x="27586" y="2787665"/>
        <a:ext cx="6611661" cy="509938"/>
      </dsp:txXfrm>
    </dsp:sp>
    <dsp:sp modelId="{9DB3BCC3-118A-4E22-BA24-A342E4DB6B8D}">
      <dsp:nvSpPr>
        <dsp:cNvPr id="0" name=""/>
        <dsp:cNvSpPr/>
      </dsp:nvSpPr>
      <dsp:spPr>
        <a:xfrm>
          <a:off x="0" y="339143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PHP</a:t>
          </a:r>
          <a:r>
            <a:rPr lang="en-US" sz="2300" kern="1200"/>
            <a:t>: Server-side logic &amp; API endpoints</a:t>
          </a:r>
        </a:p>
      </dsp:txBody>
      <dsp:txXfrm>
        <a:off x="27586" y="3419016"/>
        <a:ext cx="6611661" cy="509938"/>
      </dsp:txXfrm>
    </dsp:sp>
    <dsp:sp modelId="{D6E1A5AC-3586-47AE-B304-ED41CAF69901}">
      <dsp:nvSpPr>
        <dsp:cNvPr id="0" name=""/>
        <dsp:cNvSpPr/>
      </dsp:nvSpPr>
      <dsp:spPr>
        <a:xfrm>
          <a:off x="0" y="402278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MySQL</a:t>
          </a:r>
          <a:r>
            <a:rPr lang="en-US" sz="2300" kern="1200"/>
            <a:t>: Relational data management</a:t>
          </a:r>
        </a:p>
      </dsp:txBody>
      <dsp:txXfrm>
        <a:off x="27586" y="4050366"/>
        <a:ext cx="6611661" cy="509938"/>
      </dsp:txXfrm>
    </dsp:sp>
    <dsp:sp modelId="{70DFF413-9027-4FC3-BDAA-C443334D984D}">
      <dsp:nvSpPr>
        <dsp:cNvPr id="0" name=""/>
        <dsp:cNvSpPr/>
      </dsp:nvSpPr>
      <dsp:spPr>
        <a:xfrm>
          <a:off x="0" y="465413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XAMPP</a:t>
          </a:r>
          <a:r>
            <a:rPr lang="en-US" sz="2300" kern="1200"/>
            <a:t>: Local development environment</a:t>
          </a:r>
        </a:p>
      </dsp:txBody>
      <dsp:txXfrm>
        <a:off x="27586" y="4681716"/>
        <a:ext cx="6611661" cy="5099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E1AB4-2E74-42CB-A75E-89FC40F5173D}">
      <dsp:nvSpPr>
        <dsp:cNvPr id="0" name=""/>
        <dsp:cNvSpPr/>
      </dsp:nvSpPr>
      <dsp:spPr>
        <a:xfrm>
          <a:off x="0" y="23347"/>
          <a:ext cx="5393361" cy="39158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User-Facing Features</a:t>
          </a:r>
          <a:endParaRPr lang="en-US" sz="1500" kern="1200"/>
        </a:p>
      </dsp:txBody>
      <dsp:txXfrm>
        <a:off x="19116" y="42463"/>
        <a:ext cx="5355129" cy="353352"/>
      </dsp:txXfrm>
    </dsp:sp>
    <dsp:sp modelId="{A16984E3-3534-4B99-B6D8-54D34D89CA19}">
      <dsp:nvSpPr>
        <dsp:cNvPr id="0" name=""/>
        <dsp:cNvSpPr/>
      </dsp:nvSpPr>
      <dsp:spPr>
        <a:xfrm>
          <a:off x="0" y="458131"/>
          <a:ext cx="5393361" cy="391584"/>
        </a:xfrm>
        <a:prstGeom prst="roundRect">
          <a:avLst/>
        </a:prstGeom>
        <a:solidFill>
          <a:schemeClr val="accent5">
            <a:hueOff val="-1350239"/>
            <a:satOff val="-92"/>
            <a:lumOff val="2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🔐 User Authentication</a:t>
          </a:r>
          <a:endParaRPr lang="en-US" sz="1500" kern="1200"/>
        </a:p>
      </dsp:txBody>
      <dsp:txXfrm>
        <a:off x="19116" y="477247"/>
        <a:ext cx="5355129" cy="353352"/>
      </dsp:txXfrm>
    </dsp:sp>
    <dsp:sp modelId="{BE728210-AC06-4E3C-B001-99C872A63574}">
      <dsp:nvSpPr>
        <dsp:cNvPr id="0" name=""/>
        <dsp:cNvSpPr/>
      </dsp:nvSpPr>
      <dsp:spPr>
        <a:xfrm>
          <a:off x="0" y="892915"/>
          <a:ext cx="5393361" cy="391584"/>
        </a:xfrm>
        <a:prstGeom prst="roundRect">
          <a:avLst/>
        </a:prstGeom>
        <a:solidFill>
          <a:schemeClr val="accent5">
            <a:hueOff val="-2700478"/>
            <a:satOff val="-184"/>
            <a:lumOff val="4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Secure registration &amp; login system</a:t>
          </a:r>
        </a:p>
      </dsp:txBody>
      <dsp:txXfrm>
        <a:off x="19116" y="912031"/>
        <a:ext cx="5355129" cy="353352"/>
      </dsp:txXfrm>
    </dsp:sp>
    <dsp:sp modelId="{B943A37C-E242-4BB7-9D8E-412FB8CA9F53}">
      <dsp:nvSpPr>
        <dsp:cNvPr id="0" name=""/>
        <dsp:cNvSpPr/>
      </dsp:nvSpPr>
      <dsp:spPr>
        <a:xfrm>
          <a:off x="0" y="1327700"/>
          <a:ext cx="5393361" cy="391584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Password encryption &amp; session management</a:t>
          </a:r>
        </a:p>
      </dsp:txBody>
      <dsp:txXfrm>
        <a:off x="19116" y="1346816"/>
        <a:ext cx="5355129" cy="353352"/>
      </dsp:txXfrm>
    </dsp:sp>
    <dsp:sp modelId="{4DFB8DE9-D994-42AB-92D0-279163233503}">
      <dsp:nvSpPr>
        <dsp:cNvPr id="0" name=""/>
        <dsp:cNvSpPr/>
      </dsp:nvSpPr>
      <dsp:spPr>
        <a:xfrm>
          <a:off x="0" y="1762484"/>
          <a:ext cx="5393361" cy="391584"/>
        </a:xfrm>
        <a:prstGeom prst="roundRect">
          <a:avLst/>
        </a:prstGeom>
        <a:solidFill>
          <a:schemeClr val="accent5">
            <a:hueOff val="-5400955"/>
            <a:satOff val="-367"/>
            <a:lumOff val="8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Profile management dashboard</a:t>
          </a:r>
        </a:p>
      </dsp:txBody>
      <dsp:txXfrm>
        <a:off x="19116" y="1781600"/>
        <a:ext cx="5355129" cy="353352"/>
      </dsp:txXfrm>
    </dsp:sp>
    <dsp:sp modelId="{D288B2D7-D1CA-4D4F-A1B9-F324D39011FE}">
      <dsp:nvSpPr>
        <dsp:cNvPr id="0" name=""/>
        <dsp:cNvSpPr/>
      </dsp:nvSpPr>
      <dsp:spPr>
        <a:xfrm>
          <a:off x="0" y="2197269"/>
          <a:ext cx="5393361" cy="391584"/>
        </a:xfrm>
        <a:prstGeom prst="roundRect">
          <a:avLst/>
        </a:prstGeom>
        <a:solidFill>
          <a:schemeClr val="accent5">
            <a:hueOff val="-6751195"/>
            <a:satOff val="-459"/>
            <a:lumOff val="108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🛍️ Shopping Experience</a:t>
          </a:r>
          <a:endParaRPr lang="en-US" sz="1500" kern="1200"/>
        </a:p>
      </dsp:txBody>
      <dsp:txXfrm>
        <a:off x="19116" y="2216385"/>
        <a:ext cx="5355129" cy="353352"/>
      </dsp:txXfrm>
    </dsp:sp>
    <dsp:sp modelId="{4E3ADD51-779D-4511-84A4-374910DF8A88}">
      <dsp:nvSpPr>
        <dsp:cNvPr id="0" name=""/>
        <dsp:cNvSpPr/>
      </dsp:nvSpPr>
      <dsp:spPr>
        <a:xfrm>
          <a:off x="0" y="2632053"/>
          <a:ext cx="5393361" cy="391584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Product catalog with categories</a:t>
          </a:r>
        </a:p>
      </dsp:txBody>
      <dsp:txXfrm>
        <a:off x="19116" y="2651169"/>
        <a:ext cx="5355129" cy="353352"/>
      </dsp:txXfrm>
    </dsp:sp>
    <dsp:sp modelId="{A2EFF1C1-4A48-4B62-99CC-3BF1D8E949F0}">
      <dsp:nvSpPr>
        <dsp:cNvPr id="0" name=""/>
        <dsp:cNvSpPr/>
      </dsp:nvSpPr>
      <dsp:spPr>
        <a:xfrm>
          <a:off x="0" y="3066837"/>
          <a:ext cx="5393361" cy="391584"/>
        </a:xfrm>
        <a:prstGeom prst="roundRect">
          <a:avLst/>
        </a:prstGeom>
        <a:solidFill>
          <a:schemeClr val="accent5">
            <a:hueOff val="-9451672"/>
            <a:satOff val="-642"/>
            <a:lumOff val="15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Advanced search &amp; filtering</a:t>
          </a:r>
        </a:p>
      </dsp:txBody>
      <dsp:txXfrm>
        <a:off x="19116" y="3085953"/>
        <a:ext cx="5355129" cy="353352"/>
      </dsp:txXfrm>
    </dsp:sp>
    <dsp:sp modelId="{3688BC86-0B9A-4F3D-A454-F2BCDA7143F4}">
      <dsp:nvSpPr>
        <dsp:cNvPr id="0" name=""/>
        <dsp:cNvSpPr/>
      </dsp:nvSpPr>
      <dsp:spPr>
        <a:xfrm>
          <a:off x="0" y="3501622"/>
          <a:ext cx="5393361" cy="391584"/>
        </a:xfrm>
        <a:prstGeom prst="roundRect">
          <a:avLst/>
        </a:prstGeom>
        <a:solidFill>
          <a:schemeClr val="accent5">
            <a:hueOff val="-10801911"/>
            <a:satOff val="-734"/>
            <a:lumOff val="17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Shopping cart functionality</a:t>
          </a:r>
        </a:p>
      </dsp:txBody>
      <dsp:txXfrm>
        <a:off x="19116" y="3520738"/>
        <a:ext cx="5355129" cy="353352"/>
      </dsp:txXfrm>
    </dsp:sp>
    <dsp:sp modelId="{6F7B2EC1-4F15-4655-A0CA-D78A57E4D6E1}">
      <dsp:nvSpPr>
        <dsp:cNvPr id="0" name=""/>
        <dsp:cNvSpPr/>
      </dsp:nvSpPr>
      <dsp:spPr>
        <a:xfrm>
          <a:off x="0" y="3936406"/>
          <a:ext cx="5393361" cy="391584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Wishlist management</a:t>
          </a:r>
        </a:p>
      </dsp:txBody>
      <dsp:txXfrm>
        <a:off x="19116" y="3955522"/>
        <a:ext cx="5355129" cy="3533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1C7CBB-D2A3-42A9-87CB-06A92BAE5BAF}">
      <dsp:nvSpPr>
        <dsp:cNvPr id="0" name=""/>
        <dsp:cNvSpPr/>
      </dsp:nvSpPr>
      <dsp:spPr>
        <a:xfrm rot="5400000">
          <a:off x="-245081" y="1334116"/>
          <a:ext cx="1094259" cy="1324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328489-2140-452C-B6A9-5CB0C499FF71}">
      <dsp:nvSpPr>
        <dsp:cNvPr id="0" name=""/>
        <dsp:cNvSpPr/>
      </dsp:nvSpPr>
      <dsp:spPr>
        <a:xfrm>
          <a:off x="2712" y="629949"/>
          <a:ext cx="1472113" cy="883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💳 Checkout Process</a:t>
          </a:r>
          <a:endParaRPr lang="en-US" sz="1600" kern="1200"/>
        </a:p>
      </dsp:txBody>
      <dsp:txXfrm>
        <a:off x="28582" y="655819"/>
        <a:ext cx="1420373" cy="831528"/>
      </dsp:txXfrm>
    </dsp:sp>
    <dsp:sp modelId="{57DA8EA0-A45D-495A-9DDE-A00E52703477}">
      <dsp:nvSpPr>
        <dsp:cNvPr id="0" name=""/>
        <dsp:cNvSpPr/>
      </dsp:nvSpPr>
      <dsp:spPr>
        <a:xfrm rot="5400000">
          <a:off x="-245081" y="2438201"/>
          <a:ext cx="1094259" cy="13249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537F85-FFA5-41B3-BE65-7A58DBEB8B19}">
      <dsp:nvSpPr>
        <dsp:cNvPr id="0" name=""/>
        <dsp:cNvSpPr/>
      </dsp:nvSpPr>
      <dsp:spPr>
        <a:xfrm>
          <a:off x="2712" y="1734034"/>
          <a:ext cx="1472113" cy="883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Multi-step checkout flow</a:t>
          </a:r>
        </a:p>
      </dsp:txBody>
      <dsp:txXfrm>
        <a:off x="28582" y="1759904"/>
        <a:ext cx="1420373" cy="831528"/>
      </dsp:txXfrm>
    </dsp:sp>
    <dsp:sp modelId="{99685B9A-5ED6-4C8A-B506-21EB95107E16}">
      <dsp:nvSpPr>
        <dsp:cNvPr id="0" name=""/>
        <dsp:cNvSpPr/>
      </dsp:nvSpPr>
      <dsp:spPr>
        <a:xfrm>
          <a:off x="306961" y="2990244"/>
          <a:ext cx="1948085" cy="13249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6B45C5-089B-41A8-8F7E-FE5B8F7017FB}">
      <dsp:nvSpPr>
        <dsp:cNvPr id="0" name=""/>
        <dsp:cNvSpPr/>
      </dsp:nvSpPr>
      <dsp:spPr>
        <a:xfrm>
          <a:off x="2712" y="2838120"/>
          <a:ext cx="1472113" cy="883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Order tracking system</a:t>
          </a:r>
        </a:p>
      </dsp:txBody>
      <dsp:txXfrm>
        <a:off x="28582" y="2863990"/>
        <a:ext cx="1420373" cy="831528"/>
      </dsp:txXfrm>
    </dsp:sp>
    <dsp:sp modelId="{23972289-6E69-4870-B632-087BDE4A2ACD}">
      <dsp:nvSpPr>
        <dsp:cNvPr id="0" name=""/>
        <dsp:cNvSpPr/>
      </dsp:nvSpPr>
      <dsp:spPr>
        <a:xfrm rot="16200000">
          <a:off x="1712829" y="2438201"/>
          <a:ext cx="1094259" cy="13249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CCF801-7874-4EAB-98E5-CCB4F0F005C0}">
      <dsp:nvSpPr>
        <dsp:cNvPr id="0" name=""/>
        <dsp:cNvSpPr/>
      </dsp:nvSpPr>
      <dsp:spPr>
        <a:xfrm>
          <a:off x="1960623" y="2838120"/>
          <a:ext cx="1472113" cy="883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Order history &amp; invoices</a:t>
          </a:r>
        </a:p>
      </dsp:txBody>
      <dsp:txXfrm>
        <a:off x="1986493" y="2863990"/>
        <a:ext cx="1420373" cy="831528"/>
      </dsp:txXfrm>
    </dsp:sp>
    <dsp:sp modelId="{7873FE4A-E9FE-4B4E-BAF4-7F2AD036FD9D}">
      <dsp:nvSpPr>
        <dsp:cNvPr id="0" name=""/>
        <dsp:cNvSpPr/>
      </dsp:nvSpPr>
      <dsp:spPr>
        <a:xfrm rot="16200000">
          <a:off x="1712829" y="1334116"/>
          <a:ext cx="1094259" cy="13249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0EE51B-1940-48E4-97CE-C04908988DC7}">
      <dsp:nvSpPr>
        <dsp:cNvPr id="0" name=""/>
        <dsp:cNvSpPr/>
      </dsp:nvSpPr>
      <dsp:spPr>
        <a:xfrm>
          <a:off x="1960623" y="1734034"/>
          <a:ext cx="1472113" cy="883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Admin Features</a:t>
          </a:r>
          <a:endParaRPr lang="en-US" sz="1600" kern="1200"/>
        </a:p>
      </dsp:txBody>
      <dsp:txXfrm>
        <a:off x="1986493" y="1759904"/>
        <a:ext cx="1420373" cy="831528"/>
      </dsp:txXfrm>
    </dsp:sp>
    <dsp:sp modelId="{80237D46-13D6-42BC-9F8B-EA8C333AB729}">
      <dsp:nvSpPr>
        <dsp:cNvPr id="0" name=""/>
        <dsp:cNvSpPr/>
      </dsp:nvSpPr>
      <dsp:spPr>
        <a:xfrm>
          <a:off x="2264872" y="782074"/>
          <a:ext cx="1948085" cy="1324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1842E0-8282-4588-A3B1-6DB736317061}">
      <dsp:nvSpPr>
        <dsp:cNvPr id="0" name=""/>
        <dsp:cNvSpPr/>
      </dsp:nvSpPr>
      <dsp:spPr>
        <a:xfrm>
          <a:off x="1960623" y="629949"/>
          <a:ext cx="1472113" cy="883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Product CRUD operations</a:t>
          </a:r>
        </a:p>
      </dsp:txBody>
      <dsp:txXfrm>
        <a:off x="1986493" y="655819"/>
        <a:ext cx="1420373" cy="831528"/>
      </dsp:txXfrm>
    </dsp:sp>
    <dsp:sp modelId="{C4BF32B7-650E-455E-8258-0CBA5DC716E5}">
      <dsp:nvSpPr>
        <dsp:cNvPr id="0" name=""/>
        <dsp:cNvSpPr/>
      </dsp:nvSpPr>
      <dsp:spPr>
        <a:xfrm rot="5400000">
          <a:off x="3670741" y="1334116"/>
          <a:ext cx="1094259" cy="13249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8BCB25-D09C-4B99-AA5F-BFE1199A7D6F}">
      <dsp:nvSpPr>
        <dsp:cNvPr id="0" name=""/>
        <dsp:cNvSpPr/>
      </dsp:nvSpPr>
      <dsp:spPr>
        <a:xfrm>
          <a:off x="3918534" y="629949"/>
          <a:ext cx="1472113" cy="883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Inventory management</a:t>
          </a:r>
        </a:p>
      </dsp:txBody>
      <dsp:txXfrm>
        <a:off x="3944404" y="655819"/>
        <a:ext cx="1420373" cy="831528"/>
      </dsp:txXfrm>
    </dsp:sp>
    <dsp:sp modelId="{21AD3033-6803-40B5-BEFC-67261E10FDD5}">
      <dsp:nvSpPr>
        <dsp:cNvPr id="0" name=""/>
        <dsp:cNvSpPr/>
      </dsp:nvSpPr>
      <dsp:spPr>
        <a:xfrm rot="5400000">
          <a:off x="3670741" y="2438201"/>
          <a:ext cx="1094259" cy="13249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8FAA99-9259-410D-9E65-2F5EF2709922}">
      <dsp:nvSpPr>
        <dsp:cNvPr id="0" name=""/>
        <dsp:cNvSpPr/>
      </dsp:nvSpPr>
      <dsp:spPr>
        <a:xfrm>
          <a:off x="3918534" y="1734034"/>
          <a:ext cx="1472113" cy="883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User management dashboard</a:t>
          </a:r>
        </a:p>
      </dsp:txBody>
      <dsp:txXfrm>
        <a:off x="3944404" y="1759904"/>
        <a:ext cx="1420373" cy="831528"/>
      </dsp:txXfrm>
    </dsp:sp>
    <dsp:sp modelId="{2DE311E7-1A37-4CAE-833A-DB9D25E17C62}">
      <dsp:nvSpPr>
        <dsp:cNvPr id="0" name=""/>
        <dsp:cNvSpPr/>
      </dsp:nvSpPr>
      <dsp:spPr>
        <a:xfrm>
          <a:off x="3918534" y="2838120"/>
          <a:ext cx="1472113" cy="883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Sales analytics &amp; reports</a:t>
          </a:r>
        </a:p>
      </dsp:txBody>
      <dsp:txXfrm>
        <a:off x="3944404" y="2863990"/>
        <a:ext cx="1420373" cy="8315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F5074-F1BD-40FB-AABA-D2409C615BCD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1703A-B823-4FF0-9634-EF591C9A9077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7A508-A9C4-4AA0-BB69-7886EB0217EB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/>
            <a:t>MySQL Schema Structure</a:t>
          </a:r>
          <a:endParaRPr lang="en-US" sz="2500" kern="1200"/>
        </a:p>
      </dsp:txBody>
      <dsp:txXfrm>
        <a:off x="1342800" y="3255669"/>
        <a:ext cx="3600000" cy="720000"/>
      </dsp:txXfrm>
    </dsp:sp>
    <dsp:sp modelId="{A31E3CA9-F7F5-40E0-B412-50995BA648E4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889F62-BF19-4F8C-AD01-5710D5CBB792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5B5DCC-437B-463F-B565-668CC5D6E36F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/>
            <a:t>Key Database Tables:</a:t>
          </a:r>
          <a:endParaRPr lang="en-US" sz="2500" kern="1200"/>
        </a:p>
      </dsp:txBody>
      <dsp:txXfrm>
        <a:off x="5572800" y="3255669"/>
        <a:ext cx="36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1024D-1715-430F-AAB4-BD7F740D2D82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1FA75-07CF-460C-9AB9-63974B2EEAD8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DE26F-DACF-4AA9-89EC-2FF402E22B1F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Relationships:</a:t>
          </a:r>
          <a:endParaRPr lang="en-US" sz="1700" kern="1200"/>
        </a:p>
      </dsp:txBody>
      <dsp:txXfrm>
        <a:off x="569079" y="2644614"/>
        <a:ext cx="2072362" cy="720000"/>
      </dsp:txXfrm>
    </dsp:sp>
    <dsp:sp modelId="{4EF322F8-EB67-484D-8939-EB5B39D9D1F5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34609-0176-4A8C-8694-7C67D0816D83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24F6F-A522-4990-B160-B8F794302FD0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Users</a:t>
          </a:r>
          <a:r>
            <a:rPr lang="en-US" sz="1700" kern="1200"/>
            <a:t> → </a:t>
          </a:r>
          <a:r>
            <a:rPr lang="en-US" sz="1700" b="1" kern="1200"/>
            <a:t>Orders</a:t>
          </a:r>
          <a:r>
            <a:rPr lang="en-US" sz="1700" kern="1200"/>
            <a:t> (One-to-Many)</a:t>
          </a:r>
        </a:p>
      </dsp:txBody>
      <dsp:txXfrm>
        <a:off x="3004105" y="2644614"/>
        <a:ext cx="2072362" cy="720000"/>
      </dsp:txXfrm>
    </dsp:sp>
    <dsp:sp modelId="{D9122F46-E0B9-476C-90F8-376F9A83C309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36278-27DE-43CC-A640-76DFC1FE195E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241CC-6766-4A79-8B69-55F5F414A44E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Products</a:t>
          </a:r>
          <a:r>
            <a:rPr lang="en-US" sz="1700" kern="1200"/>
            <a:t> → </a:t>
          </a:r>
          <a:r>
            <a:rPr lang="en-US" sz="1700" b="1" kern="1200"/>
            <a:t>Order_Items</a:t>
          </a:r>
          <a:r>
            <a:rPr lang="en-US" sz="1700" kern="1200"/>
            <a:t> (One-to-Many)</a:t>
          </a:r>
        </a:p>
      </dsp:txBody>
      <dsp:txXfrm>
        <a:off x="5439131" y="2644614"/>
        <a:ext cx="2072362" cy="720000"/>
      </dsp:txXfrm>
    </dsp:sp>
    <dsp:sp modelId="{90C17786-A264-4619-918D-FCD4D973E22A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66AE2-44D9-41B0-87DF-C0052B5DF9C3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716D7-FC88-41F0-BE9B-FE582014D2D7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Categories</a:t>
          </a:r>
          <a:r>
            <a:rPr lang="en-US" sz="1700" kern="1200"/>
            <a:t> → </a:t>
          </a:r>
          <a:r>
            <a:rPr lang="en-US" sz="1700" b="1" kern="1200"/>
            <a:t>Products</a:t>
          </a:r>
          <a:r>
            <a:rPr lang="en-US" sz="1700" kern="1200"/>
            <a:t> (One-to-Many)</a:t>
          </a:r>
        </a:p>
      </dsp:txBody>
      <dsp:txXfrm>
        <a:off x="7874157" y="2644614"/>
        <a:ext cx="207236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576DD-E323-4609-BA92-45F3B704CC1C}">
      <dsp:nvSpPr>
        <dsp:cNvPr id="0" name=""/>
        <dsp:cNvSpPr/>
      </dsp:nvSpPr>
      <dsp:spPr>
        <a:xfrm>
          <a:off x="1283" y="558279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Skills &amp; Knowledge Gained</a:t>
          </a:r>
          <a:endParaRPr lang="en-US" sz="1600" kern="1200"/>
        </a:p>
      </dsp:txBody>
      <dsp:txXfrm>
        <a:off x="1283" y="558279"/>
        <a:ext cx="1617389" cy="970433"/>
      </dsp:txXfrm>
    </dsp:sp>
    <dsp:sp modelId="{78903220-196B-457D-881C-5D0A41726CEA}">
      <dsp:nvSpPr>
        <dsp:cNvPr id="0" name=""/>
        <dsp:cNvSpPr/>
      </dsp:nvSpPr>
      <dsp:spPr>
        <a:xfrm>
          <a:off x="1780412" y="558279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Technical Competencies:</a:t>
          </a:r>
          <a:endParaRPr lang="en-US" sz="1600" kern="1200"/>
        </a:p>
      </dsp:txBody>
      <dsp:txXfrm>
        <a:off x="1780412" y="558279"/>
        <a:ext cx="1617389" cy="970433"/>
      </dsp:txXfrm>
    </dsp:sp>
    <dsp:sp modelId="{F43721D8-1D6C-458A-AE00-F66A443CF50E}">
      <dsp:nvSpPr>
        <dsp:cNvPr id="0" name=""/>
        <dsp:cNvSpPr/>
      </dsp:nvSpPr>
      <dsp:spPr>
        <a:xfrm>
          <a:off x="3559540" y="558279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Full-stack web development workflow</a:t>
          </a:r>
        </a:p>
      </dsp:txBody>
      <dsp:txXfrm>
        <a:off x="3559540" y="558279"/>
        <a:ext cx="1617389" cy="970433"/>
      </dsp:txXfrm>
    </dsp:sp>
    <dsp:sp modelId="{690BC099-F0C6-49F9-B65C-6567205D8EF2}">
      <dsp:nvSpPr>
        <dsp:cNvPr id="0" name=""/>
        <dsp:cNvSpPr/>
      </dsp:nvSpPr>
      <dsp:spPr>
        <a:xfrm>
          <a:off x="5338669" y="558279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Database design &amp; optimization</a:t>
          </a:r>
        </a:p>
      </dsp:txBody>
      <dsp:txXfrm>
        <a:off x="5338669" y="558279"/>
        <a:ext cx="1617389" cy="970433"/>
      </dsp:txXfrm>
    </dsp:sp>
    <dsp:sp modelId="{500E5934-F432-4833-94AF-4857492C55C1}">
      <dsp:nvSpPr>
        <dsp:cNvPr id="0" name=""/>
        <dsp:cNvSpPr/>
      </dsp:nvSpPr>
      <dsp:spPr>
        <a:xfrm>
          <a:off x="7117798" y="558279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Server-side programming with PHP</a:t>
          </a:r>
        </a:p>
      </dsp:txBody>
      <dsp:txXfrm>
        <a:off x="7117798" y="558279"/>
        <a:ext cx="1617389" cy="970433"/>
      </dsp:txXfrm>
    </dsp:sp>
    <dsp:sp modelId="{A5948258-2DBF-49EC-B058-0D34EDE53884}">
      <dsp:nvSpPr>
        <dsp:cNvPr id="0" name=""/>
        <dsp:cNvSpPr/>
      </dsp:nvSpPr>
      <dsp:spPr>
        <a:xfrm>
          <a:off x="8896926" y="558279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Frontend-backend integration</a:t>
          </a:r>
        </a:p>
      </dsp:txBody>
      <dsp:txXfrm>
        <a:off x="8896926" y="558279"/>
        <a:ext cx="1617389" cy="970433"/>
      </dsp:txXfrm>
    </dsp:sp>
    <dsp:sp modelId="{A00AA2BC-C1AD-47FB-B04F-BBE5B27E0B42}">
      <dsp:nvSpPr>
        <dsp:cNvPr id="0" name=""/>
        <dsp:cNvSpPr/>
      </dsp:nvSpPr>
      <dsp:spPr>
        <a:xfrm>
          <a:off x="1283" y="1690452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Version control with Git</a:t>
          </a:r>
        </a:p>
      </dsp:txBody>
      <dsp:txXfrm>
        <a:off x="1283" y="1690452"/>
        <a:ext cx="1617389" cy="970433"/>
      </dsp:txXfrm>
    </dsp:sp>
    <dsp:sp modelId="{B26DF06E-3E69-4E68-9BA5-81AAFEF6C168}">
      <dsp:nvSpPr>
        <dsp:cNvPr id="0" name=""/>
        <dsp:cNvSpPr/>
      </dsp:nvSpPr>
      <dsp:spPr>
        <a:xfrm>
          <a:off x="1780412" y="1690452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Professional Skills:</a:t>
          </a:r>
          <a:endParaRPr lang="en-US" sz="1600" kern="1200"/>
        </a:p>
      </dsp:txBody>
      <dsp:txXfrm>
        <a:off x="1780412" y="1690452"/>
        <a:ext cx="1617389" cy="970433"/>
      </dsp:txXfrm>
    </dsp:sp>
    <dsp:sp modelId="{9E477D5F-15A9-4F64-9CAE-65C9A3991EF1}">
      <dsp:nvSpPr>
        <dsp:cNvPr id="0" name=""/>
        <dsp:cNvSpPr/>
      </dsp:nvSpPr>
      <dsp:spPr>
        <a:xfrm>
          <a:off x="3559540" y="1690452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Problem-solving &amp; debugging</a:t>
          </a:r>
        </a:p>
      </dsp:txBody>
      <dsp:txXfrm>
        <a:off x="3559540" y="1690452"/>
        <a:ext cx="1617389" cy="970433"/>
      </dsp:txXfrm>
    </dsp:sp>
    <dsp:sp modelId="{50C0F1AA-2C31-4897-850B-A03023E68623}">
      <dsp:nvSpPr>
        <dsp:cNvPr id="0" name=""/>
        <dsp:cNvSpPr/>
      </dsp:nvSpPr>
      <dsp:spPr>
        <a:xfrm>
          <a:off x="5338669" y="1690452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Project planning &amp; execution</a:t>
          </a:r>
        </a:p>
      </dsp:txBody>
      <dsp:txXfrm>
        <a:off x="5338669" y="1690452"/>
        <a:ext cx="1617389" cy="970433"/>
      </dsp:txXfrm>
    </dsp:sp>
    <dsp:sp modelId="{09E54875-8245-484D-9031-D3A517BB68B6}">
      <dsp:nvSpPr>
        <dsp:cNvPr id="0" name=""/>
        <dsp:cNvSpPr/>
      </dsp:nvSpPr>
      <dsp:spPr>
        <a:xfrm>
          <a:off x="7117798" y="1690452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Documentation practices</a:t>
          </a:r>
        </a:p>
      </dsp:txBody>
      <dsp:txXfrm>
        <a:off x="7117798" y="1690452"/>
        <a:ext cx="1617389" cy="970433"/>
      </dsp:txXfrm>
    </dsp:sp>
    <dsp:sp modelId="{AFCA7A9B-F547-45D1-985D-F4D2C888916C}">
      <dsp:nvSpPr>
        <dsp:cNvPr id="0" name=""/>
        <dsp:cNvSpPr/>
      </dsp:nvSpPr>
      <dsp:spPr>
        <a:xfrm>
          <a:off x="8896926" y="1690452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Testing &amp; quality assurance</a:t>
          </a:r>
        </a:p>
      </dsp:txBody>
      <dsp:txXfrm>
        <a:off x="8896926" y="1690452"/>
        <a:ext cx="1617389" cy="970433"/>
      </dsp:txXfrm>
    </dsp:sp>
    <dsp:sp modelId="{17C9B8AC-9179-49AB-B88D-9565273F8D0D}">
      <dsp:nvSpPr>
        <dsp:cNvPr id="0" name=""/>
        <dsp:cNvSpPr/>
      </dsp:nvSpPr>
      <dsp:spPr>
        <a:xfrm>
          <a:off x="890847" y="2822624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Soft Skills:</a:t>
          </a:r>
          <a:endParaRPr lang="en-US" sz="1600" kern="1200"/>
        </a:p>
      </dsp:txBody>
      <dsp:txXfrm>
        <a:off x="890847" y="2822624"/>
        <a:ext cx="1617389" cy="970433"/>
      </dsp:txXfrm>
    </dsp:sp>
    <dsp:sp modelId="{085DCB72-55B4-4685-985B-46F72148B0CC}">
      <dsp:nvSpPr>
        <dsp:cNvPr id="0" name=""/>
        <dsp:cNvSpPr/>
      </dsp:nvSpPr>
      <dsp:spPr>
        <a:xfrm>
          <a:off x="2669976" y="2822624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Time management</a:t>
          </a:r>
        </a:p>
      </dsp:txBody>
      <dsp:txXfrm>
        <a:off x="2669976" y="2822624"/>
        <a:ext cx="1617389" cy="970433"/>
      </dsp:txXfrm>
    </dsp:sp>
    <dsp:sp modelId="{C7D4012B-BD8E-45D9-8EDB-26BB7635920E}">
      <dsp:nvSpPr>
        <dsp:cNvPr id="0" name=""/>
        <dsp:cNvSpPr/>
      </dsp:nvSpPr>
      <dsp:spPr>
        <a:xfrm>
          <a:off x="4449105" y="2822624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Attention to detail</a:t>
          </a:r>
        </a:p>
      </dsp:txBody>
      <dsp:txXfrm>
        <a:off x="4449105" y="2822624"/>
        <a:ext cx="1617389" cy="970433"/>
      </dsp:txXfrm>
    </dsp:sp>
    <dsp:sp modelId="{C90F9C13-4DE7-4B0E-A8C6-0C1D5BFCED95}">
      <dsp:nvSpPr>
        <dsp:cNvPr id="0" name=""/>
        <dsp:cNvSpPr/>
      </dsp:nvSpPr>
      <dsp:spPr>
        <a:xfrm>
          <a:off x="6228233" y="2822624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Persistence through challenges</a:t>
          </a:r>
        </a:p>
      </dsp:txBody>
      <dsp:txXfrm>
        <a:off x="6228233" y="2822624"/>
        <a:ext cx="1617389" cy="970433"/>
      </dsp:txXfrm>
    </dsp:sp>
    <dsp:sp modelId="{43D5E874-0E8B-4232-8460-489EEA085E93}">
      <dsp:nvSpPr>
        <dsp:cNvPr id="0" name=""/>
        <dsp:cNvSpPr/>
      </dsp:nvSpPr>
      <dsp:spPr>
        <a:xfrm>
          <a:off x="8007362" y="2822624"/>
          <a:ext cx="1617389" cy="970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Continuous learning mindset</a:t>
          </a:r>
        </a:p>
      </dsp:txBody>
      <dsp:txXfrm>
        <a:off x="8007362" y="2822624"/>
        <a:ext cx="1617389" cy="970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662B0-A3FD-2DA9-E7CD-32548C593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5F11A-E819-3D01-A468-BFA9B5C99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56F2E-38AA-66DE-EAA2-BDD6660D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391F0-D4AB-C765-0012-C0C78F74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A9A85-1FE2-6E81-6643-EBF87998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7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C2A4-729B-3FD0-36DC-1EB1BAD0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8B1E9-9B6A-D4B1-4D1B-EFF01CCE4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806C9-168F-28DA-6B22-572793EC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9E3A-9EB0-2941-BD50-13F7AB1F3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CC4ED-1CA8-AF2B-6CE5-56FB39E0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5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67F5-8AFE-8585-9C1D-A550892B4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90F3D-A7EE-C0CF-178B-67A98A819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2CDB4-656F-231E-8070-06E423626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A7A77-6AF2-6760-EF84-C58AC87E8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9FFF2-8987-A532-C54A-3B2FACF7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7486-1A6D-3238-340E-99D4DE6BB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8FD6-6CF6-9252-0B09-5641453A2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8112D-6481-DB1E-EC77-2239494DE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3EFEF-9F3F-6E85-DE53-B2CB502F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51C29-2741-9F0E-4F0A-6C4F758F5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7F303-995B-63E9-7602-82D2F1AD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62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84A9E-9D4E-7961-4E25-5EAC6E7A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FF129-D8A2-C4D9-4CB9-EF5CA26D5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F6C64-4178-F2E7-AB32-0669082CF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8E1A6-B31E-75BD-4BAE-009739879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21ED58-ADF0-6220-9AF6-784AACCC8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FE9F4-78A7-5095-9C1C-B79E6CA91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62AE6-BC45-188C-6059-FE2D45B9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65E558-4A3A-81F5-69E8-79F398D5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12E0-12B5-3FE7-2BCD-3FAE99D7D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1BC4D-4A53-B208-78FB-313FFCE3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3BE34-6AE1-4B48-E6B8-5E8235A5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8ABB3-9F71-79BE-8D54-BCCFD96A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3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A85F4-8286-5A44-F6BC-3811A611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79AC6-5044-7240-C6B7-3DD673233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7F1F9-2783-AD1B-F1E3-5261A86DD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69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A69D-9D93-0B0C-5A9B-4D1A79DA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AF12C-A879-0CA2-5147-361E1499E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C6561-0DBE-63CE-0F55-DBC6129F6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C4EDB-2AB2-12F9-C6D0-5CAC6F427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7C52F-9FDB-EBBC-9C2C-3C3EEBC26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05442-49D6-C0D3-32B5-5BFE8D16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8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EFCD-E605-0221-5694-22885DB0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47B1D-892F-0C5E-8B51-975F9B71C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0494E-96FE-D058-E2B1-F02904968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15A4D-B61C-226A-E9F9-5B7A7C49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52D40-B328-489F-33F1-7EC405F6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9E4CE-93ED-5808-8AB5-ECE226C8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7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E52-4BF2-EE4F-DC72-CE3B3E83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478B3-1190-0E86-3FA7-336F35E4C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E0708-B0A2-20C5-7C83-4AB0EEC0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C82A-4012-92C7-9524-E523791F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E184B-3A85-B6A2-7D49-B25D8928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8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32F41-EF4C-AF2A-0C7F-70239E3C0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C4008-751B-AFB4-4C1C-F6F94A67E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BCC3A-5858-D471-F415-53389BAB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CC911-1A1A-E16D-C8CE-39EC6192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92EBA-C177-2B96-2877-E6D975BE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1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E7975-627B-1810-9179-4556D7E0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19A5B-E208-B5E6-5B70-601AA7FD5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C9C8B-CA7C-FEB8-DF52-4BCE6F248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B3334-6D5C-4615-ABA3-34AED28E2E7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293FC-845F-8F78-1DBA-D31EBA50F8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EA487-BFC8-2BBA-A0E9-06017E0E2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C65E2-61E6-4F79-993E-E3D731EDB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9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mohamedtarekfayez005@gmail.com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F6CC5B-BD9C-4B12-322D-37927C74A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254956-4001-1E89-6EE1-4052BA6AA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LifestyleStore</a:t>
            </a:r>
            <a:br>
              <a:rPr lang="en-US" b="1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F64A6-56E7-3A71-E9D6-E52D8A992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</a:rPr>
              <a:t>Full-Stack E-Commerce Solution</a:t>
            </a:r>
          </a:p>
          <a:p>
            <a:r>
              <a:rPr lang="en-US" sz="1500" b="1" dirty="0">
                <a:solidFill>
                  <a:srgbClr val="FFFFFF"/>
                </a:solidFill>
              </a:rPr>
              <a:t>Tech Stack:</a:t>
            </a:r>
            <a:r>
              <a:rPr lang="en-US" sz="1500" dirty="0">
                <a:solidFill>
                  <a:srgbClr val="FFFFFF"/>
                </a:solidFill>
              </a:rPr>
              <a:t> HTML • CSS • JavaScript • PHP • MySQL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b="1" dirty="0">
                <a:solidFill>
                  <a:srgbClr val="FFFFFF"/>
                </a:solidFill>
              </a:rPr>
              <a:t>Developer:</a:t>
            </a:r>
            <a:r>
              <a:rPr lang="en-US" sz="1500" dirty="0">
                <a:solidFill>
                  <a:srgbClr val="FFFFFF"/>
                </a:solidFill>
              </a:rPr>
              <a:t> [	Mohamed Tarek 231004433 , Youssef </a:t>
            </a:r>
            <a:r>
              <a:rPr lang="en-US" sz="1500" dirty="0" err="1">
                <a:solidFill>
                  <a:srgbClr val="FFFFFF"/>
                </a:solidFill>
              </a:rPr>
              <a:t>smaha</a:t>
            </a:r>
            <a:r>
              <a:rPr lang="en-US" sz="1500" dirty="0">
                <a:solidFill>
                  <a:srgbClr val="FFFFFF"/>
                </a:solidFill>
              </a:rPr>
              <a:t> 241014779 ]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b="1" dirty="0">
                <a:solidFill>
                  <a:srgbClr val="FFFFFF"/>
                </a:solidFill>
              </a:rPr>
              <a:t>Date:</a:t>
            </a:r>
            <a:r>
              <a:rPr lang="en-US" sz="1500" dirty="0">
                <a:solidFill>
                  <a:srgbClr val="FFFFFF"/>
                </a:solidFill>
              </a:rPr>
              <a:t> [14/12/2025 at 1:30 ]</a:t>
            </a:r>
          </a:p>
          <a:p>
            <a:endParaRPr lang="en-US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72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0EC4AC-5C7A-A5C2-EC26-D7CE856856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E95E6-F9E6-7631-5A58-EFC9B8306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Project Overview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63B1CC-7E4A-ACD3-6275-982D5B253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9032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5823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A76C3-64BD-2C23-9672-71A41EC90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 b="1" dirty="0"/>
              <a:t>Technology Architecture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A2C12-9BC6-0B91-6DD5-3EB21568D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b="1" dirty="0"/>
              <a:t>Full-Stack Implementation</a:t>
            </a:r>
          </a:p>
          <a:p>
            <a:endParaRPr lang="en-US" sz="2200" dirty="0"/>
          </a:p>
        </p:txBody>
      </p:sp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BE2B93BF-F57E-E74E-24D7-63F8547CB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291736"/>
            <a:ext cx="10917936" cy="395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5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F692FB-90A4-645C-0ECB-2D7290D4C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/>
              <a:t>Technology Architecture</a:t>
            </a:r>
            <a:br>
              <a:rPr lang="en-US" sz="4000" b="1" dirty="0"/>
            </a:br>
            <a:r>
              <a:rPr lang="en-US" sz="4000" dirty="0">
                <a:solidFill>
                  <a:srgbClr val="FFFFFF"/>
                </a:solidFill>
              </a:rPr>
              <a:t> 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804CDB-A7B7-0552-BC55-BBBD5D6EC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971410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3775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36AF3-74F8-4C74-6561-A922D6D1E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b="1"/>
              <a:t>Core Features</a:t>
            </a:r>
            <a:br>
              <a:rPr lang="en-US" b="1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DAED5-8FC3-0EB3-A465-BD323665B0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77" r="25924" b="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E80916-6F51-68A7-30AB-2ADB152045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258770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6632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2FD65-4E3A-9F82-CD96-8EE6317E4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b="1" dirty="0"/>
              <a:t>Core Features</a:t>
            </a:r>
            <a:br>
              <a:rPr lang="en-US" b="1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CAB1E-9AB3-4833-C8EA-2976E9FAF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" r="33174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6485DE-AEFB-1448-778D-BA7451FC66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2364152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849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8B6E4-EA0D-4406-BF70-D512D67A0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sz="3100" b="1">
                <a:solidFill>
                  <a:srgbClr val="FFFFFF"/>
                </a:solidFill>
              </a:rPr>
              <a:t>Database Design</a:t>
            </a:r>
            <a:br>
              <a:rPr lang="en-US" sz="3100" b="1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65FBBC-E821-AD5C-E4AF-1F078184BA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96667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7430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4E7B427-08CE-5796-8E22-F86E6B7F4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477" y="643466"/>
            <a:ext cx="480504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BC3BA2-806C-7EF9-496B-7136857B3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42653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8220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ey on a blueprint for a house">
            <a:extLst>
              <a:ext uri="{FF2B5EF4-FFF2-40B4-BE49-F238E27FC236}">
                <a16:creationId xmlns:a16="http://schemas.microsoft.com/office/drawing/2014/main" id="{EC2A1DF3-84EB-4483-4CAB-F2C6264CC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68" b="13532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1D387-9A93-6964-934C-309AB032E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Key Implementation Details</a:t>
            </a:r>
            <a:br>
              <a:rPr lang="en-US" sz="5200" b="1">
                <a:solidFill>
                  <a:srgbClr val="FFFFFF"/>
                </a:solidFill>
              </a:rPr>
            </a:br>
            <a:endParaRPr lang="en-US" sz="5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887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8FE8B-7A1C-6355-51A1-C5C55FAA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b="1"/>
              <a:t>Critical Components</a:t>
            </a:r>
          </a:p>
          <a:p>
            <a:r>
              <a:rPr lang="en-US" sz="2400" b="1"/>
              <a:t>1. User Authentication System</a:t>
            </a:r>
            <a:endParaRPr lang="en-US" sz="2400"/>
          </a:p>
          <a:p>
            <a:r>
              <a:rPr lang="en-US" sz="2400"/>
              <a:t>&lt;?php// PHP Session-based authenticationsession_start();function loginUser($username, $password) {    // Database verification    $hashed_password = password_hash($password, PASSWORD_DEFAULT);    // Session creation    $_SESSION['user_id'] = $user_id;    $_SESSION['username'] = $username;}?&gt;</a:t>
            </a:r>
          </a:p>
        </p:txBody>
      </p:sp>
    </p:spTree>
    <p:extLst>
      <p:ext uri="{BB962C8B-B14F-4D97-AF65-F5344CB8AC3E}">
        <p14:creationId xmlns:p14="http://schemas.microsoft.com/office/powerpoint/2010/main" val="1552790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0C248-523D-1703-1C26-857D9681F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2. Shopping Cart Logic</a:t>
            </a:r>
            <a:br>
              <a:rPr lang="en-US" dirty="0"/>
            </a:br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975F4-E682-8D43-EAB5-D00FEDD71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// JavaScript Cart </a:t>
            </a:r>
            <a:r>
              <a:rPr lang="en-US" dirty="0" err="1"/>
              <a:t>Managementclass</a:t>
            </a:r>
            <a:r>
              <a:rPr lang="en-US" dirty="0"/>
              <a:t> </a:t>
            </a:r>
            <a:r>
              <a:rPr lang="en-US" dirty="0" err="1"/>
              <a:t>ShoppingCart</a:t>
            </a:r>
            <a:r>
              <a:rPr lang="en-US" dirty="0"/>
              <a:t> {    </a:t>
            </a:r>
            <a:r>
              <a:rPr lang="en-US" dirty="0" err="1"/>
              <a:t>addItem</a:t>
            </a:r>
            <a:r>
              <a:rPr lang="en-US" dirty="0"/>
              <a:t>(</a:t>
            </a:r>
            <a:r>
              <a:rPr lang="en-US" dirty="0" err="1"/>
              <a:t>productId</a:t>
            </a:r>
            <a:r>
              <a:rPr lang="en-US" dirty="0"/>
              <a:t>, quantity) {        // AJAX call to PHP backend        fetch('/</a:t>
            </a:r>
            <a:r>
              <a:rPr lang="en-US" dirty="0" err="1"/>
              <a:t>api</a:t>
            </a:r>
            <a:r>
              <a:rPr lang="en-US" dirty="0"/>
              <a:t>/cart/add', {            method: 'POST',            body: </a:t>
            </a:r>
            <a:r>
              <a:rPr lang="en-US" dirty="0" err="1"/>
              <a:t>JSON.stringify</a:t>
            </a:r>
            <a:r>
              <a:rPr lang="en-US" dirty="0"/>
              <a:t>({</a:t>
            </a:r>
            <a:r>
              <a:rPr lang="en-US" dirty="0" err="1"/>
              <a:t>productId</a:t>
            </a:r>
            <a:r>
              <a:rPr lang="en-US" dirty="0"/>
              <a:t>, quantity})        });    }        </a:t>
            </a:r>
            <a:r>
              <a:rPr lang="en-US" dirty="0" err="1"/>
              <a:t>updateQuantity</a:t>
            </a:r>
            <a:r>
              <a:rPr lang="en-US" dirty="0"/>
              <a:t>(</a:t>
            </a:r>
            <a:r>
              <a:rPr lang="en-US" dirty="0" err="1"/>
              <a:t>itemId</a:t>
            </a:r>
            <a:r>
              <a:rPr lang="en-US" dirty="0"/>
              <a:t>, </a:t>
            </a:r>
            <a:r>
              <a:rPr lang="en-US" dirty="0" err="1"/>
              <a:t>newQuantity</a:t>
            </a:r>
            <a:r>
              <a:rPr lang="en-US" dirty="0"/>
              <a:t>) {        // Real-time cart updates    }}</a:t>
            </a:r>
          </a:p>
        </p:txBody>
      </p:sp>
    </p:spTree>
    <p:extLst>
      <p:ext uri="{BB962C8B-B14F-4D97-AF65-F5344CB8AC3E}">
        <p14:creationId xmlns:p14="http://schemas.microsoft.com/office/powerpoint/2010/main" val="3742820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A8FEE-AF94-7C9E-031E-F855E235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3. Database Connectivity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6D2CF-2F0C-263B-F2B4-FE6241427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r>
              <a:rPr lang="en-US" dirty="0"/>
              <a:t>// MySQL Connection with </a:t>
            </a:r>
            <a:r>
              <a:rPr lang="en-US" dirty="0" err="1"/>
              <a:t>PDOclass</a:t>
            </a:r>
            <a:r>
              <a:rPr lang="en-US" dirty="0"/>
              <a:t> Database {    private $host = "localhost";    private $</a:t>
            </a:r>
            <a:r>
              <a:rPr lang="en-US" dirty="0" err="1"/>
              <a:t>db_name</a:t>
            </a:r>
            <a:r>
              <a:rPr lang="en-US" dirty="0"/>
              <a:t> = "</a:t>
            </a:r>
            <a:r>
              <a:rPr lang="en-US" dirty="0" err="1"/>
              <a:t>lifestylestore</a:t>
            </a:r>
            <a:r>
              <a:rPr lang="en-US" dirty="0"/>
              <a:t>";    private $username = "root";    private $password = "";        public function </a:t>
            </a:r>
            <a:r>
              <a:rPr lang="en-US" dirty="0" err="1"/>
              <a:t>getConnection</a:t>
            </a:r>
            <a:r>
              <a:rPr lang="en-US" dirty="0"/>
              <a:t>() {        return new PDO("</a:t>
            </a:r>
            <a:r>
              <a:rPr lang="en-US" dirty="0" err="1"/>
              <a:t>mysql:host</a:t>
            </a:r>
            <a:r>
              <a:rPr lang="en-US" dirty="0"/>
              <a:t>=$this-&gt;</a:t>
            </a:r>
            <a:r>
              <a:rPr lang="en-US" dirty="0" err="1"/>
              <a:t>host;dbname</a:t>
            </a:r>
            <a:r>
              <a:rPr lang="en-US" dirty="0"/>
              <a:t>=$this-&gt;</a:t>
            </a:r>
            <a:r>
              <a:rPr lang="en-US" dirty="0" err="1"/>
              <a:t>db_name</a:t>
            </a:r>
            <a:r>
              <a:rPr lang="en-US" dirty="0"/>
              <a:t>",                       $this-&gt;username, $this-&gt;password);    }}?&gt;</a:t>
            </a:r>
          </a:p>
        </p:txBody>
      </p:sp>
    </p:spTree>
    <p:extLst>
      <p:ext uri="{BB962C8B-B14F-4D97-AF65-F5344CB8AC3E}">
        <p14:creationId xmlns:p14="http://schemas.microsoft.com/office/powerpoint/2010/main" val="3849348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B45130-B52D-0144-B681-445F4A0E3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project Highlights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22A75-708E-B000-E568-AEC801A67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1600" b="1"/>
              <a:t>Technical Achievements</a:t>
            </a:r>
          </a:p>
          <a:p>
            <a:r>
              <a:rPr lang="en-US" sz="1600" b="1"/>
              <a:t>✅ Security Implementation</a:t>
            </a:r>
            <a:endParaRPr lang="en-US" sz="1600"/>
          </a:p>
          <a:p>
            <a:r>
              <a:rPr lang="en-US" sz="1600"/>
              <a:t>Password hashing with bcrypt</a:t>
            </a:r>
          </a:p>
          <a:p>
            <a:r>
              <a:rPr lang="en-US" sz="1600"/>
              <a:t>SQL injection prevention using PDO</a:t>
            </a:r>
          </a:p>
          <a:p>
            <a:r>
              <a:rPr lang="en-US" sz="1600"/>
              <a:t>XSS protection through input sanitization</a:t>
            </a:r>
          </a:p>
          <a:p>
            <a:r>
              <a:rPr lang="en-US" sz="1600"/>
              <a:t>Session security measures</a:t>
            </a:r>
          </a:p>
          <a:p>
            <a:r>
              <a:rPr lang="en-US" sz="1600" b="1"/>
              <a:t>✅ Performance Optimization</a:t>
            </a:r>
            <a:endParaRPr lang="en-US" sz="1600"/>
          </a:p>
          <a:p>
            <a:r>
              <a:rPr lang="en-US" sz="1600"/>
              <a:t>Database indexing for faster queries</a:t>
            </a:r>
          </a:p>
          <a:p>
            <a:r>
              <a:rPr lang="en-US" sz="1600"/>
              <a:t>Image optimization techniques</a:t>
            </a:r>
          </a:p>
          <a:p>
            <a:r>
              <a:rPr lang="en-US" sz="1600"/>
              <a:t>Efficient AJAX calls for dynamic content</a:t>
            </a:r>
          </a:p>
          <a:p>
            <a:r>
              <a:rPr lang="en-US" sz="1600"/>
              <a:t>Minimized HTTP requests</a:t>
            </a:r>
          </a:p>
          <a:p>
            <a:r>
              <a:rPr lang="en-US" sz="1600" b="1"/>
              <a:t>✅ User Experience</a:t>
            </a:r>
            <a:endParaRPr lang="en-US" sz="1600"/>
          </a:p>
          <a:p>
            <a:r>
              <a:rPr lang="en-US" sz="1600"/>
              <a:t>Mobile-responsive design</a:t>
            </a:r>
          </a:p>
          <a:p>
            <a:r>
              <a:rPr lang="en-US" sz="1600"/>
              <a:t>Intuitive navigation structure</a:t>
            </a:r>
          </a:p>
          <a:p>
            <a:r>
              <a:rPr lang="en-US" sz="1600"/>
              <a:t>Fast page load times</a:t>
            </a:r>
          </a:p>
          <a:p>
            <a:r>
              <a:rPr lang="en-US" sz="1600"/>
              <a:t>Accessible interface elements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182699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30CFED-8F6E-BE3A-BE3D-2F715910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 b="1"/>
              <a:t>Development Challenges</a:t>
            </a:r>
            <a:br>
              <a:rPr lang="en-US" sz="4100" b="1"/>
            </a:br>
            <a:endParaRPr lang="en-US" sz="4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624FD-1EBC-5176-4777-09D70245C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Solutions &amp; Learnings</a:t>
            </a:r>
          </a:p>
          <a:p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8B09C4-8E15-6C41-1E70-B23670F48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854793"/>
              </p:ext>
            </p:extLst>
          </p:nvPr>
        </p:nvGraphicFramePr>
        <p:xfrm>
          <a:off x="5911532" y="2728951"/>
          <a:ext cx="5150278" cy="322485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32104">
                  <a:extLst>
                    <a:ext uri="{9D8B030D-6E8A-4147-A177-3AD203B41FA5}">
                      <a16:colId xmlns:a16="http://schemas.microsoft.com/office/drawing/2014/main" val="3117311404"/>
                    </a:ext>
                  </a:extLst>
                </a:gridCol>
                <a:gridCol w="1724004">
                  <a:extLst>
                    <a:ext uri="{9D8B030D-6E8A-4147-A177-3AD203B41FA5}">
                      <a16:colId xmlns:a16="http://schemas.microsoft.com/office/drawing/2014/main" val="358410618"/>
                    </a:ext>
                  </a:extLst>
                </a:gridCol>
                <a:gridCol w="1694170">
                  <a:extLst>
                    <a:ext uri="{9D8B030D-6E8A-4147-A177-3AD203B41FA5}">
                      <a16:colId xmlns:a16="http://schemas.microsoft.com/office/drawing/2014/main" val="3946536025"/>
                    </a:ext>
                  </a:extLst>
                </a:gridCol>
              </a:tblGrid>
              <a:tr h="251585">
                <a:tc>
                  <a:txBody>
                    <a:bodyPr/>
                    <a:lstStyle/>
                    <a:p>
                      <a:r>
                        <a:rPr lang="en-US" sz="1100" b="1"/>
                        <a:t>Challenge</a:t>
                      </a:r>
                      <a:endParaRPr lang="en-US" sz="1100"/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Solution Implemented</a:t>
                      </a:r>
                      <a:endParaRPr lang="en-US" sz="1100"/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Skill Developed</a:t>
                      </a:r>
                      <a:endParaRPr lang="en-US" sz="1100"/>
                    </a:p>
                  </a:txBody>
                  <a:tcPr marL="57178" marR="57178" marT="28589" marB="28589"/>
                </a:tc>
                <a:extLst>
                  <a:ext uri="{0D108BD9-81ED-4DB2-BD59-A6C34878D82A}">
                    <a16:rowId xmlns:a16="http://schemas.microsoft.com/office/drawing/2014/main" val="1810112193"/>
                  </a:ext>
                </a:extLst>
              </a:tr>
              <a:tr h="594654">
                <a:tc>
                  <a:txBody>
                    <a:bodyPr/>
                    <a:lstStyle/>
                    <a:p>
                      <a:r>
                        <a:rPr lang="en-US" sz="1100" b="1"/>
                        <a:t>Session Management</a:t>
                      </a:r>
                      <a:endParaRPr lang="en-US" sz="1100"/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Implemented PHP sessions with timeout and validation</a:t>
                      </a:r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Backend security protocols</a:t>
                      </a:r>
                    </a:p>
                  </a:txBody>
                  <a:tcPr marL="57178" marR="57178" marT="28589" marB="28589"/>
                </a:tc>
                <a:extLst>
                  <a:ext uri="{0D108BD9-81ED-4DB2-BD59-A6C34878D82A}">
                    <a16:rowId xmlns:a16="http://schemas.microsoft.com/office/drawing/2014/main" val="309071681"/>
                  </a:ext>
                </a:extLst>
              </a:tr>
              <a:tr h="594654">
                <a:tc>
                  <a:txBody>
                    <a:bodyPr/>
                    <a:lstStyle/>
                    <a:p>
                      <a:r>
                        <a:rPr lang="en-US" sz="1100" b="1"/>
                        <a:t>Database Relationships</a:t>
                      </a:r>
                      <a:endParaRPr lang="en-US" sz="1100"/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Created normalized schema with proper foreign keys</a:t>
                      </a:r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Database design &amp; optimization</a:t>
                      </a:r>
                    </a:p>
                  </a:txBody>
                  <a:tcPr marL="57178" marR="57178" marT="28589" marB="28589"/>
                </a:tc>
                <a:extLst>
                  <a:ext uri="{0D108BD9-81ED-4DB2-BD59-A6C34878D82A}">
                    <a16:rowId xmlns:a16="http://schemas.microsoft.com/office/drawing/2014/main" val="1369593328"/>
                  </a:ext>
                </a:extLst>
              </a:tr>
              <a:tr h="594654">
                <a:tc>
                  <a:txBody>
                    <a:bodyPr/>
                    <a:lstStyle/>
                    <a:p>
                      <a:r>
                        <a:rPr lang="en-US" sz="1100" b="1"/>
                        <a:t>Responsive Design</a:t>
                      </a:r>
                      <a:endParaRPr lang="en-US" sz="1100"/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Used CSS Grid + Flexbox with media queries</a:t>
                      </a:r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Modern CSS techniques</a:t>
                      </a:r>
                    </a:p>
                  </a:txBody>
                  <a:tcPr marL="57178" marR="57178" marT="28589" marB="28589"/>
                </a:tc>
                <a:extLst>
                  <a:ext uri="{0D108BD9-81ED-4DB2-BD59-A6C34878D82A}">
                    <a16:rowId xmlns:a16="http://schemas.microsoft.com/office/drawing/2014/main" val="1101468033"/>
                  </a:ext>
                </a:extLst>
              </a:tr>
              <a:tr h="594654">
                <a:tc>
                  <a:txBody>
                    <a:bodyPr/>
                    <a:lstStyle/>
                    <a:p>
                      <a:r>
                        <a:rPr lang="en-US" sz="1100" b="1"/>
                        <a:t>Form Validation</a:t>
                      </a:r>
                      <a:endParaRPr lang="en-US" sz="1100"/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Combined JavaScript (client) + PHP (server) validation</a:t>
                      </a:r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Modern CSS techniques</a:t>
                      </a:r>
                    </a:p>
                  </a:txBody>
                  <a:tcPr marL="57178" marR="57178" marT="28589" marB="28589"/>
                </a:tc>
                <a:extLst>
                  <a:ext uri="{0D108BD9-81ED-4DB2-BD59-A6C34878D82A}">
                    <a16:rowId xmlns:a16="http://schemas.microsoft.com/office/drawing/2014/main" val="2300196024"/>
                  </a:ext>
                </a:extLst>
              </a:tr>
              <a:tr h="594654">
                <a:tc>
                  <a:txBody>
                    <a:bodyPr/>
                    <a:lstStyle/>
                    <a:p>
                      <a:r>
                        <a:rPr lang="en-US" sz="1100" b="1"/>
                        <a:t>File Upload Security</a:t>
                      </a:r>
                      <a:endParaRPr lang="en-US" sz="1100"/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Implemented type checking, size limits, and secure storage</a:t>
                      </a:r>
                    </a:p>
                  </a:txBody>
                  <a:tcPr marL="57178" marR="57178" marT="28589" marB="28589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Server-side security measures</a:t>
                      </a:r>
                    </a:p>
                  </a:txBody>
                  <a:tcPr marL="57178" marR="57178" marT="28589" marB="28589"/>
                </a:tc>
                <a:extLst>
                  <a:ext uri="{0D108BD9-81ED-4DB2-BD59-A6C34878D82A}">
                    <a16:rowId xmlns:a16="http://schemas.microsoft.com/office/drawing/2014/main" val="485244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733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339A7-E5AB-728C-FE6F-B00FAD4B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rgbClr val="FFFFFF"/>
                </a:solidFill>
              </a:rPr>
              <a:t>Future Enhancements</a:t>
            </a:r>
            <a:br>
              <a:rPr lang="en-US" sz="3700" b="1">
                <a:solidFill>
                  <a:srgbClr val="FFFFFF"/>
                </a:solidFill>
              </a:rPr>
            </a:b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A42B4-9316-4A01-BBC1-0EAE74A4C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500" b="1" dirty="0"/>
              <a:t>Roadmap &amp; Scalability</a:t>
            </a:r>
          </a:p>
          <a:p>
            <a:r>
              <a:rPr lang="en-US" sz="1500" b="1" dirty="0"/>
              <a:t>Short-term Improvements:</a:t>
            </a:r>
            <a:endParaRPr lang="en-US" sz="1500" dirty="0"/>
          </a:p>
          <a:p>
            <a:r>
              <a:rPr lang="en-US" sz="1500" dirty="0"/>
              <a:t>Payment gateway integration (Stripe/PayPal)</a:t>
            </a:r>
          </a:p>
          <a:p>
            <a:r>
              <a:rPr lang="en-US" sz="1500" dirty="0"/>
              <a:t>Advanced search with filters</a:t>
            </a:r>
          </a:p>
          <a:p>
            <a:r>
              <a:rPr lang="en-US" sz="1500" dirty="0"/>
              <a:t>Product review &amp; rating system</a:t>
            </a:r>
          </a:p>
          <a:p>
            <a:r>
              <a:rPr lang="en-US" sz="1500" dirty="0"/>
              <a:t>Email notifications for orders</a:t>
            </a:r>
          </a:p>
          <a:p>
            <a:r>
              <a:rPr lang="en-US" sz="1500" b="1" dirty="0"/>
              <a:t>Medium-term Features:</a:t>
            </a:r>
            <a:endParaRPr lang="en-US" sz="1500" dirty="0"/>
          </a:p>
          <a:p>
            <a:r>
              <a:rPr lang="en-US" sz="1500" dirty="0"/>
              <a:t>Mobile application (React Native)</a:t>
            </a:r>
          </a:p>
          <a:p>
            <a:r>
              <a:rPr lang="en-US" sz="1500" dirty="0"/>
              <a:t>Recommendation engine</a:t>
            </a:r>
          </a:p>
          <a:p>
            <a:r>
              <a:rPr lang="en-US" sz="1500" dirty="0"/>
              <a:t>Multi-vendor support</a:t>
            </a:r>
          </a:p>
          <a:p>
            <a:r>
              <a:rPr lang="en-US" sz="1500" dirty="0"/>
              <a:t>Advanced analytics dashboard</a:t>
            </a:r>
          </a:p>
          <a:p>
            <a:r>
              <a:rPr lang="en-US" sz="1500" b="1" dirty="0"/>
              <a:t>Long-term Vision:</a:t>
            </a:r>
            <a:endParaRPr lang="en-US" sz="1500" dirty="0"/>
          </a:p>
          <a:p>
            <a:r>
              <a:rPr lang="en-US" sz="1500" dirty="0"/>
              <a:t>Microservices architecture</a:t>
            </a:r>
          </a:p>
          <a:p>
            <a:r>
              <a:rPr lang="en-US" sz="1500" dirty="0"/>
              <a:t>AI-powered personalization</a:t>
            </a:r>
          </a:p>
          <a:p>
            <a:r>
              <a:rPr lang="en-US" sz="1500" dirty="0"/>
              <a:t>Internationalization (multi-language)</a:t>
            </a:r>
          </a:p>
          <a:p>
            <a:r>
              <a:rPr lang="en-US" sz="1500" dirty="0"/>
              <a:t>Cloud deployment (AWS/Azure)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634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0EB153-3F31-45AF-38F1-ABC44A15DB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153" b="35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0F1C9-CEB3-91B3-DDFA-36DB1322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Learning Outcomes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8C3E59-9BE7-A93B-5296-EBE6B0677A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6727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2166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51331A-D057-1DD9-A8AC-690648AD53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92829-B3F7-E72E-74C6-79073DCA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Conclusion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E99D9-2BE2-FDF3-5DB5-6FD399F0C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Thank You!</a:t>
            </a:r>
          </a:p>
          <a:p>
            <a:r>
              <a:rPr lang="en-US" b="1" dirty="0"/>
              <a:t>Project Success Metrics:</a:t>
            </a:r>
            <a:endParaRPr lang="en-US" dirty="0"/>
          </a:p>
          <a:p>
            <a:r>
              <a:rPr lang="en-US" dirty="0"/>
              <a:t>✅ 100% functional e-commerce features</a:t>
            </a:r>
          </a:p>
          <a:p>
            <a:r>
              <a:rPr lang="en-US" dirty="0"/>
              <a:t>✅ Secure user authentication system</a:t>
            </a:r>
          </a:p>
          <a:p>
            <a:r>
              <a:rPr lang="en-US" dirty="0"/>
              <a:t>✅ Responsive across all devices</a:t>
            </a:r>
          </a:p>
          <a:p>
            <a:r>
              <a:rPr lang="en-US" dirty="0"/>
              <a:t>✅ Clean, maintainable codebase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094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B6E2F43-29E9-49D9-91FC-E5FEFAAA7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6" name="Picture 15" descr="Person holding mouse">
            <a:extLst>
              <a:ext uri="{FF2B5EF4-FFF2-40B4-BE49-F238E27FC236}">
                <a16:creationId xmlns:a16="http://schemas.microsoft.com/office/drawing/2014/main" id="{26A93198-756E-E8AC-004A-72EA67D6E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760" y="3438906"/>
            <a:ext cx="5122239" cy="3419094"/>
          </a:xfrm>
          <a:custGeom>
            <a:avLst/>
            <a:gdLst/>
            <a:ahLst/>
            <a:cxnLst/>
            <a:rect l="l" t="t" r="r" b="b"/>
            <a:pathLst>
              <a:path w="5580942" h="5519103">
                <a:moveTo>
                  <a:pt x="169765" y="0"/>
                </a:moveTo>
                <a:lnTo>
                  <a:pt x="5580942" y="0"/>
                </a:lnTo>
                <a:lnTo>
                  <a:pt x="5580942" y="5519103"/>
                </a:lnTo>
                <a:lnTo>
                  <a:pt x="9100" y="5519103"/>
                </a:lnTo>
                <a:lnTo>
                  <a:pt x="0" y="5474029"/>
                </a:lnTo>
                <a:lnTo>
                  <a:pt x="0" y="169765"/>
                </a:lnTo>
                <a:cubicBezTo>
                  <a:pt x="0" y="76006"/>
                  <a:pt x="76006" y="0"/>
                  <a:pt x="169765" y="0"/>
                </a:cubicBezTo>
                <a:close/>
              </a:path>
            </a:pathLst>
          </a:custGeom>
        </p:spPr>
      </p:pic>
      <p:sp>
        <p:nvSpPr>
          <p:cNvPr id="22" name="Arc 21">
            <a:extLst>
              <a:ext uri="{FF2B5EF4-FFF2-40B4-BE49-F238E27FC236}">
                <a16:creationId xmlns:a16="http://schemas.microsoft.com/office/drawing/2014/main" id="{3BA62E19-CD42-4C09-B825-844B4943D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87212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4E5CEE-13F5-B1B9-C0EE-EA0C9E8E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US" b="1" dirty="0"/>
              <a:t>Contact Information: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1C509-DB32-E22C-D230-83C105F83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b="1"/>
              <a:t>Email:</a:t>
            </a:r>
            <a:r>
              <a:rPr lang="en-US"/>
              <a:t> </a:t>
            </a:r>
            <a:r>
              <a:rPr lang="en-US" u="sng">
                <a:hlinkClick r:id="rId3"/>
              </a:rPr>
              <a:t>mohamedtarekfayez005@gmail.com</a:t>
            </a:r>
            <a:endParaRPr lang="en-US" u="sng">
              <a:latin typeface="Aptos Narrow" panose="020B0004020202020204" pitchFamily="34" charset="0"/>
            </a:endParaRPr>
          </a:p>
          <a:p>
            <a:endParaRPr lang="en-US" dirty="0"/>
          </a:p>
          <a:p>
            <a:r>
              <a:rPr lang="en-US" dirty="0"/>
              <a:t>Phone number +201003950709</a:t>
            </a:r>
          </a:p>
          <a:p>
            <a:pPr fontAlgn="base"/>
            <a:r>
              <a:rPr lang="en-US" b="1" dirty="0"/>
              <a:t>LinkedIn:</a:t>
            </a:r>
            <a:r>
              <a:rPr lang="en-US" dirty="0"/>
              <a:t> www.linkedin.com/in/mohamed-tarek-961448336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63CC27-1C86-4653-8866-79C24C5C5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5924" y="1656147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872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2C1C-A253-26AB-D43D-794A708A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08C8A-DA77-FBBF-463B-84DF4E309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8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3AA7-6032-CBCE-7094-4C715378F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54AE-B752-6179-44FC-53FC474D6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0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3A3E-505E-94F8-C430-63DBDCE4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40152-A90E-320F-153D-B4BC03A13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54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A833-709E-587C-EE19-15B0A40F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E226-739C-15FA-0473-537FE9067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5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775</Words>
  <Application>Microsoft Office PowerPoint</Application>
  <PresentationFormat>Widescreen</PresentationFormat>
  <Paragraphs>149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Aptos Narrow</vt:lpstr>
      <vt:lpstr>Arial</vt:lpstr>
      <vt:lpstr>Calibri</vt:lpstr>
      <vt:lpstr>Office Theme</vt:lpstr>
      <vt:lpstr>LifestyleStore .</vt:lpstr>
      <vt:lpstr>Project Overview </vt:lpstr>
      <vt:lpstr>Technology Architecture </vt:lpstr>
      <vt:lpstr>Technology Architecture   </vt:lpstr>
      <vt:lpstr>Core Features </vt:lpstr>
      <vt:lpstr>Core Features </vt:lpstr>
      <vt:lpstr>Database Design </vt:lpstr>
      <vt:lpstr>PowerPoint Presentation</vt:lpstr>
      <vt:lpstr>PowerPoint Presentation</vt:lpstr>
      <vt:lpstr>Key Implementation Details </vt:lpstr>
      <vt:lpstr>PowerPoint Presentation</vt:lpstr>
      <vt:lpstr>2. Shopping Cart Logic </vt:lpstr>
      <vt:lpstr>3. Database Connectivity </vt:lpstr>
      <vt:lpstr>project Highlights </vt:lpstr>
      <vt:lpstr>Development Challenges </vt:lpstr>
      <vt:lpstr>Future Enhancements </vt:lpstr>
      <vt:lpstr>Learning Outcomes </vt:lpstr>
      <vt:lpstr>Conclusion  </vt:lpstr>
      <vt:lpstr>Contact Information: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Mohamed</dc:creator>
  <cp:lastModifiedBy>Mohamed Mohamed</cp:lastModifiedBy>
  <cp:revision>2</cp:revision>
  <dcterms:created xsi:type="dcterms:W3CDTF">2025-12-12T14:16:00Z</dcterms:created>
  <dcterms:modified xsi:type="dcterms:W3CDTF">2025-12-14T05:38:39Z</dcterms:modified>
</cp:coreProperties>
</file>